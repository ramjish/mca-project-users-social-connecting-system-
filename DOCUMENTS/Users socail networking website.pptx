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12"/>
  </p:notesMasterIdLst>
  <p:sldIdLst>
    <p:sldId id="256" r:id="rId2"/>
    <p:sldId id="257" r:id="rId3"/>
    <p:sldId id="261" r:id="rId4"/>
    <p:sldId id="263" r:id="rId5"/>
    <p:sldId id="264" r:id="rId6"/>
    <p:sldId id="265" r:id="rId7"/>
    <p:sldId id="267" r:id="rId8"/>
    <p:sldId id="268" r:id="rId9"/>
    <p:sldId id="270" r:id="rId10"/>
    <p:sldId id="272" r:id="rId11"/>
  </p:sldIdLst>
  <p:sldSz cx="9144000" cy="5143500" type="screen16x9"/>
  <p:notesSz cx="6858000" cy="9144000"/>
  <p:embeddedFontLst>
    <p:embeddedFont>
      <p:font typeface="Wingdings 3" panose="05040102010807070707" pitchFamily="18" charset="2"/>
      <p:regular r:id="rId13"/>
    </p:embeddedFont>
    <p:embeddedFont>
      <p:font typeface="Century Gothic" panose="020B0502020202020204" pitchFamily="34" charset="0"/>
      <p:regular r:id="rId14"/>
      <p:bold r:id="rId15"/>
      <p:italic r:id="rId16"/>
      <p:boldItalic r:id="rId17"/>
    </p:embeddedFont>
    <p:embeddedFont>
      <p:font typeface="Calibri" panose="020F0502020204030204" pitchFamily="34" charset="0"/>
      <p:regular r:id="rId18"/>
      <p:bold r:id="rId19"/>
      <p:italic r:id="rId20"/>
      <p:boldItalic r:id="rId21"/>
    </p:embeddedFont>
    <p:embeddedFont>
      <p:font typeface="Titillium Web" panose="020B060402020202020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8D347E4-8D0D-48F3-AB85-A3CE05522D68}">
  <a:tblStyle styleId="{A8D347E4-8D0D-48F3-AB85-A3CE05522D6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1209E37-47DD-4D05-A5F4-EA4EC5330A33}"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4660"/>
  </p:normalViewPr>
  <p:slideViewPr>
    <p:cSldViewPr snapToGrid="0">
      <p:cViewPr varScale="1">
        <p:scale>
          <a:sx n="115" d="100"/>
          <a:sy n="115" d="100"/>
        </p:scale>
        <p:origin x="7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2259149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9418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24708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9015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391192_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391192_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0800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5f391192_0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5f391192_0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9396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0724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76057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5f391192_0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5f391192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75976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91704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4668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7643069"/>
      </p:ext>
    </p:extLst>
  </p:cSld>
  <p:clrMapOvr>
    <a:masterClrMapping/>
  </p:clrMapOvr>
  <p:timing>
    <p:tnLst>
      <p:par>
        <p:cTn id="1" dur="indefinite" restart="never" nodeType="tmRoot"/>
      </p:par>
    </p:tnLst>
  </p:timing>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469605247"/>
      </p:ext>
    </p:extLst>
  </p:cSld>
  <p:clrMapOvr>
    <a:masterClrMapping/>
  </p:clrMapOvr>
  <p:timing>
    <p:tnLst>
      <p:par>
        <p:cTn id="1" dur="indefinite" restart="never" nodeType="tmRoot"/>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349692646"/>
      </p:ext>
    </p:extLst>
  </p:cSld>
  <p:clrMapOvr>
    <a:masterClrMapping/>
  </p:clrMapOvr>
  <p:timing>
    <p:tnLst>
      <p:par>
        <p:cTn id="1" dur="indefinite" restart="never" nodeType="tmRoot"/>
      </p:par>
    </p:tnLst>
  </p:timing>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smtClean="0"/>
              <a:t>29-Aug-22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1484001343"/>
      </p:ext>
    </p:extLst>
  </p:cSld>
  <p:clrMapOvr>
    <a:masterClrMapping/>
  </p:clrMapOvr>
  <p:timing>
    <p:tnLst>
      <p:par>
        <p:cTn id="1" dur="indefinite" restart="never" nodeType="tmRoot"/>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smtClean="0"/>
              <a:t>29-Aug-22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989811118"/>
      </p:ext>
    </p:extLst>
  </p:cSld>
  <p:clrMapOvr>
    <a:masterClrMapping/>
  </p:clrMapOvr>
  <p:timing>
    <p:tnLst>
      <p:par>
        <p:cTn id="1" dur="indefinite" restart="never" nodeType="tmRoot"/>
      </p:par>
    </p:tnLst>
  </p:timing>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smtClean="0"/>
              <a:t>29-Aug-22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1499223920"/>
      </p:ext>
    </p:extLst>
  </p:cSld>
  <p:clrMapOvr>
    <a:masterClrMapping/>
  </p:clrMapOvr>
  <p:timing>
    <p:tnLst>
      <p:par>
        <p:cTn id="1" dur="indefinite" restart="never" nodeType="tmRoot"/>
      </p:par>
    </p:tnLst>
  </p:timing>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94136C-8742-45B2-AF27-D93DF72833A9}" type="datetimeFigureOut">
              <a:rPr lang="en-US" smtClean="0"/>
              <a:t>29-Aug-22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5886505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ABBEA6-7C60-4B02-AE87-00D78D8422AF}" type="datetimeFigureOut">
              <a:rPr lang="en-US" smtClean="0"/>
              <a:t>29-Aug-22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95170550"/>
      </p:ext>
    </p:extLst>
  </p:cSld>
  <p:clrMapOvr>
    <a:masterClrMapping/>
  </p:clrMapOvr>
  <p:timing>
    <p:tnLst>
      <p:par>
        <p:cTn id="1" dur="indefinite" restart="never" nodeType="tmRoot"/>
      </p:par>
    </p:tnLst>
  </p:timing>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smtClean="0"/>
              <a:t>29-Aug-22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831013268"/>
      </p:ext>
    </p:extLst>
  </p:cSld>
  <p:clrMapOvr>
    <a:masterClrMapping/>
  </p:clrMapOvr>
  <p:timing>
    <p:tnLst>
      <p:par>
        <p:cTn id="1" dur="indefinite" restart="never" nodeType="tmRoot"/>
      </p:par>
    </p:tnLst>
  </p:timing>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129495334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59690942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55580505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59984257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117989390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624D31-43A5-475A-80CF-332C9F6DCF35}"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186889675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2945873883"/>
      </p:ext>
    </p:extLst>
  </p:cSld>
  <p:clrMapOvr>
    <a:masterClrMapping/>
  </p:clrMapOvr>
  <p:timing>
    <p:tnLst>
      <p:par>
        <p:cTn id="1" dur="indefinite" restart="never" nodeType="tmRoot"/>
      </p:par>
    </p:tnLst>
  </p:timing>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smtClean="0"/>
              <a:t>29-Aug-22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3684929126"/>
      </p:ext>
    </p:extLst>
  </p:cSld>
  <p:clrMapOvr>
    <a:masterClrMapping/>
  </p:clrMapOvr>
  <p:timing>
    <p:tnLst>
      <p:par>
        <p:cTn id="1" dur="indefinite" restart="never" nodeType="tmRoot"/>
      </p:par>
    </p:tnLst>
  </p:timing>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3" name="Google Shape;13;p2"/>
          <p:cNvSpPr txBox="1">
            <a:spLocks noGrp="1"/>
          </p:cNvSpPr>
          <p:nvPr>
            <p:ph type="ctrTitle"/>
          </p:nvPr>
        </p:nvSpPr>
        <p:spPr>
          <a:xfrm>
            <a:off x="855300" y="2589075"/>
            <a:ext cx="6470400" cy="1705500"/>
          </a:xfrm>
          <a:prstGeom prst="rect">
            <a:avLst/>
          </a:prstGeom>
          <a:effectLst>
            <a:outerShdw blurRad="14288" dist="9525" dir="5400000" algn="bl" rotWithShape="0">
              <a:schemeClr val="dk1">
                <a:alpha val="35000"/>
              </a:schemeClr>
            </a:outerShdw>
          </a:effectLst>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defRPr>
            </a:lvl1pPr>
            <a:lvl2pPr lvl="1" rtl="0">
              <a:spcBef>
                <a:spcPts val="0"/>
              </a:spcBef>
              <a:spcAft>
                <a:spcPts val="0"/>
              </a:spcAft>
              <a:buClr>
                <a:schemeClr val="lt1"/>
              </a:buClr>
              <a:buSzPts val="5400"/>
              <a:buNone/>
              <a:defRPr sz="5400">
                <a:solidFill>
                  <a:schemeClr val="lt1"/>
                </a:solidFill>
              </a:defRPr>
            </a:lvl2pPr>
            <a:lvl3pPr lvl="2" rtl="0">
              <a:spcBef>
                <a:spcPts val="0"/>
              </a:spcBef>
              <a:spcAft>
                <a:spcPts val="0"/>
              </a:spcAft>
              <a:buClr>
                <a:schemeClr val="lt1"/>
              </a:buClr>
              <a:buSzPts val="5400"/>
              <a:buNone/>
              <a:defRPr sz="5400">
                <a:solidFill>
                  <a:schemeClr val="lt1"/>
                </a:solidFill>
              </a:defRPr>
            </a:lvl3pPr>
            <a:lvl4pPr lvl="3" rtl="0">
              <a:spcBef>
                <a:spcPts val="0"/>
              </a:spcBef>
              <a:spcAft>
                <a:spcPts val="0"/>
              </a:spcAft>
              <a:buClr>
                <a:schemeClr val="lt1"/>
              </a:buClr>
              <a:buSzPts val="5400"/>
              <a:buNone/>
              <a:defRPr sz="5400">
                <a:solidFill>
                  <a:schemeClr val="lt1"/>
                </a:solidFill>
              </a:defRPr>
            </a:lvl4pPr>
            <a:lvl5pPr lvl="4" rtl="0">
              <a:spcBef>
                <a:spcPts val="0"/>
              </a:spcBef>
              <a:spcAft>
                <a:spcPts val="0"/>
              </a:spcAft>
              <a:buClr>
                <a:schemeClr val="lt1"/>
              </a:buClr>
              <a:buSzPts val="5400"/>
              <a:buNone/>
              <a:defRPr sz="5400">
                <a:solidFill>
                  <a:schemeClr val="lt1"/>
                </a:solidFill>
              </a:defRPr>
            </a:lvl5pPr>
            <a:lvl6pPr lvl="5" rtl="0">
              <a:spcBef>
                <a:spcPts val="0"/>
              </a:spcBef>
              <a:spcAft>
                <a:spcPts val="0"/>
              </a:spcAft>
              <a:buClr>
                <a:schemeClr val="lt1"/>
              </a:buClr>
              <a:buSzPts val="5400"/>
              <a:buNone/>
              <a:defRPr sz="5400">
                <a:solidFill>
                  <a:schemeClr val="lt1"/>
                </a:solidFill>
              </a:defRPr>
            </a:lvl6pPr>
            <a:lvl7pPr lvl="6" rtl="0">
              <a:spcBef>
                <a:spcPts val="0"/>
              </a:spcBef>
              <a:spcAft>
                <a:spcPts val="0"/>
              </a:spcAft>
              <a:buClr>
                <a:schemeClr val="lt1"/>
              </a:buClr>
              <a:buSzPts val="5400"/>
              <a:buNone/>
              <a:defRPr sz="5400">
                <a:solidFill>
                  <a:schemeClr val="lt1"/>
                </a:solidFill>
              </a:defRPr>
            </a:lvl7pPr>
            <a:lvl8pPr lvl="7" rtl="0">
              <a:spcBef>
                <a:spcPts val="0"/>
              </a:spcBef>
              <a:spcAft>
                <a:spcPts val="0"/>
              </a:spcAft>
              <a:buClr>
                <a:schemeClr val="lt1"/>
              </a:buClr>
              <a:buSzPts val="5400"/>
              <a:buNone/>
              <a:defRPr sz="5400">
                <a:solidFill>
                  <a:schemeClr val="lt1"/>
                </a:solidFill>
              </a:defRPr>
            </a:lvl8pPr>
            <a:lvl9pPr lvl="8" rtl="0">
              <a:spcBef>
                <a:spcPts val="0"/>
              </a:spcBef>
              <a:spcAft>
                <a:spcPts val="0"/>
              </a:spcAft>
              <a:buClr>
                <a:schemeClr val="lt1"/>
              </a:buClr>
              <a:buSzPts val="5400"/>
              <a:buNone/>
              <a:defRPr sz="5400">
                <a:solidFill>
                  <a:schemeClr val="lt1"/>
                </a:solidFill>
              </a:defRPr>
            </a:lvl9pPr>
          </a:lstStyle>
          <a:p>
            <a:endParaRPr/>
          </a:p>
        </p:txBody>
      </p:sp>
    </p:spTree>
    <p:extLst>
      <p:ext uri="{BB962C8B-B14F-4D97-AF65-F5344CB8AC3E}">
        <p14:creationId xmlns:p14="http://schemas.microsoft.com/office/powerpoint/2010/main" val="7163291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0"/>
        <p:cNvGrpSpPr/>
        <p:nvPr/>
      </p:nvGrpSpPr>
      <p:grpSpPr>
        <a:xfrm>
          <a:off x="0" y="0"/>
          <a:ext cx="0" cy="0"/>
          <a:chOff x="0" y="0"/>
          <a:chExt cx="0" cy="0"/>
        </a:xfrm>
      </p:grpSpPr>
      <p:sp>
        <p:nvSpPr>
          <p:cNvPr id="47" name="Google Shape;47;p6"/>
          <p:cNvSpPr txBox="1">
            <a:spLocks noGrp="1"/>
          </p:cNvSpPr>
          <p:nvPr>
            <p:ph type="title"/>
          </p:nvPr>
        </p:nvSpPr>
        <p:spPr>
          <a:xfrm>
            <a:off x="855300" y="836000"/>
            <a:ext cx="7433400" cy="4971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48" name="Google Shape;48;p6"/>
          <p:cNvSpPr txBox="1">
            <a:spLocks noGrp="1"/>
          </p:cNvSpPr>
          <p:nvPr>
            <p:ph type="body" idx="1"/>
          </p:nvPr>
        </p:nvSpPr>
        <p:spPr>
          <a:xfrm>
            <a:off x="855275" y="1627900"/>
            <a:ext cx="3473100" cy="28704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1000"/>
              </a:spcBef>
              <a:spcAft>
                <a:spcPts val="0"/>
              </a:spcAft>
              <a:buSzPts val="2000"/>
              <a:buChar char="⌾"/>
              <a:defRPr sz="2000"/>
            </a:lvl2pPr>
            <a:lvl3pPr marL="1371600" lvl="2" indent="-355600" rtl="0">
              <a:spcBef>
                <a:spcPts val="1000"/>
              </a:spcBef>
              <a:spcAft>
                <a:spcPts val="0"/>
              </a:spcAft>
              <a:buSzPts val="2000"/>
              <a:buChar char="•"/>
              <a:defRPr sz="2000"/>
            </a:lvl3pPr>
            <a:lvl4pPr marL="1828800" lvl="3" indent="-355600" rtl="0">
              <a:spcBef>
                <a:spcPts val="1000"/>
              </a:spcBef>
              <a:spcAft>
                <a:spcPts val="0"/>
              </a:spcAft>
              <a:buSzPts val="2000"/>
              <a:buChar char="●"/>
              <a:defRPr sz="2000"/>
            </a:lvl4pPr>
            <a:lvl5pPr marL="2286000" lvl="4" indent="-355600" rtl="0">
              <a:spcBef>
                <a:spcPts val="1000"/>
              </a:spcBef>
              <a:spcAft>
                <a:spcPts val="0"/>
              </a:spcAft>
              <a:buSzPts val="2000"/>
              <a:buChar char="○"/>
              <a:defRPr sz="2000"/>
            </a:lvl5pPr>
            <a:lvl6pPr marL="2743200" lvl="5" indent="-355600" rtl="0">
              <a:spcBef>
                <a:spcPts val="1000"/>
              </a:spcBef>
              <a:spcAft>
                <a:spcPts val="0"/>
              </a:spcAft>
              <a:buSzPts val="2000"/>
              <a:buChar char="■"/>
              <a:defRPr sz="2000"/>
            </a:lvl6pPr>
            <a:lvl7pPr marL="3200400" lvl="6" indent="-355600" rtl="0">
              <a:spcBef>
                <a:spcPts val="1000"/>
              </a:spcBef>
              <a:spcAft>
                <a:spcPts val="0"/>
              </a:spcAft>
              <a:buSzPts val="2000"/>
              <a:buChar char="●"/>
              <a:defRPr sz="2000"/>
            </a:lvl7pPr>
            <a:lvl8pPr marL="3657600" lvl="7" indent="-355600" rtl="0">
              <a:spcBef>
                <a:spcPts val="1000"/>
              </a:spcBef>
              <a:spcAft>
                <a:spcPts val="0"/>
              </a:spcAft>
              <a:buSzPts val="2000"/>
              <a:buChar char="○"/>
              <a:defRPr sz="2000"/>
            </a:lvl8pPr>
            <a:lvl9pPr marL="4114800" lvl="8" indent="-355600" rtl="0">
              <a:spcBef>
                <a:spcPts val="1000"/>
              </a:spcBef>
              <a:spcAft>
                <a:spcPts val="1000"/>
              </a:spcAft>
              <a:buSzPts val="2000"/>
              <a:buChar char="■"/>
              <a:defRPr sz="2000"/>
            </a:lvl9pPr>
          </a:lstStyle>
          <a:p>
            <a:endParaRPr/>
          </a:p>
        </p:txBody>
      </p:sp>
      <p:sp>
        <p:nvSpPr>
          <p:cNvPr id="49" name="Google Shape;49;p6"/>
          <p:cNvSpPr txBox="1">
            <a:spLocks noGrp="1"/>
          </p:cNvSpPr>
          <p:nvPr>
            <p:ph type="body" idx="2"/>
          </p:nvPr>
        </p:nvSpPr>
        <p:spPr>
          <a:xfrm>
            <a:off x="4815599" y="1627900"/>
            <a:ext cx="3473100" cy="28704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1000"/>
              </a:spcBef>
              <a:spcAft>
                <a:spcPts val="0"/>
              </a:spcAft>
              <a:buSzPts val="2000"/>
              <a:buChar char="⌾"/>
              <a:defRPr sz="2000"/>
            </a:lvl2pPr>
            <a:lvl3pPr marL="1371600" lvl="2" indent="-355600" rtl="0">
              <a:spcBef>
                <a:spcPts val="1000"/>
              </a:spcBef>
              <a:spcAft>
                <a:spcPts val="0"/>
              </a:spcAft>
              <a:buSzPts val="2000"/>
              <a:buChar char="•"/>
              <a:defRPr sz="2000"/>
            </a:lvl3pPr>
            <a:lvl4pPr marL="1828800" lvl="3" indent="-355600" rtl="0">
              <a:spcBef>
                <a:spcPts val="1000"/>
              </a:spcBef>
              <a:spcAft>
                <a:spcPts val="0"/>
              </a:spcAft>
              <a:buSzPts val="2000"/>
              <a:buChar char="●"/>
              <a:defRPr sz="2000"/>
            </a:lvl4pPr>
            <a:lvl5pPr marL="2286000" lvl="4" indent="-355600" rtl="0">
              <a:spcBef>
                <a:spcPts val="1000"/>
              </a:spcBef>
              <a:spcAft>
                <a:spcPts val="0"/>
              </a:spcAft>
              <a:buSzPts val="2000"/>
              <a:buChar char="○"/>
              <a:defRPr sz="2000"/>
            </a:lvl5pPr>
            <a:lvl6pPr marL="2743200" lvl="5" indent="-355600" rtl="0">
              <a:spcBef>
                <a:spcPts val="1000"/>
              </a:spcBef>
              <a:spcAft>
                <a:spcPts val="0"/>
              </a:spcAft>
              <a:buSzPts val="2000"/>
              <a:buChar char="■"/>
              <a:defRPr sz="2000"/>
            </a:lvl6pPr>
            <a:lvl7pPr marL="3200400" lvl="6" indent="-355600" rtl="0">
              <a:spcBef>
                <a:spcPts val="1000"/>
              </a:spcBef>
              <a:spcAft>
                <a:spcPts val="0"/>
              </a:spcAft>
              <a:buSzPts val="2000"/>
              <a:buChar char="●"/>
              <a:defRPr sz="2000"/>
            </a:lvl7pPr>
            <a:lvl8pPr marL="3657600" lvl="7" indent="-355600" rtl="0">
              <a:spcBef>
                <a:spcPts val="1000"/>
              </a:spcBef>
              <a:spcAft>
                <a:spcPts val="0"/>
              </a:spcAft>
              <a:buSzPts val="2000"/>
              <a:buChar char="○"/>
              <a:defRPr sz="2000"/>
            </a:lvl8pPr>
            <a:lvl9pPr marL="4114800" lvl="8" indent="-355600" rtl="0">
              <a:spcBef>
                <a:spcPts val="1000"/>
              </a:spcBef>
              <a:spcAft>
                <a:spcPts val="1000"/>
              </a:spcAft>
              <a:buSzPts val="2000"/>
              <a:buChar char="■"/>
              <a:defRPr sz="2000"/>
            </a:lvl9pPr>
          </a:lstStyle>
          <a:p>
            <a:endParaRPr/>
          </a:p>
        </p:txBody>
      </p:sp>
      <p:sp>
        <p:nvSpPr>
          <p:cNvPr id="50" name="Google Shape;50;p6"/>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2148694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30"/>
        <p:cNvGrpSpPr/>
        <p:nvPr/>
      </p:nvGrpSpPr>
      <p:grpSpPr>
        <a:xfrm>
          <a:off x="0" y="0"/>
          <a:ext cx="0" cy="0"/>
          <a:chOff x="0" y="0"/>
          <a:chExt cx="0" cy="0"/>
        </a:xfrm>
      </p:grpSpPr>
      <p:sp>
        <p:nvSpPr>
          <p:cNvPr id="37" name="Google Shape;37;p5"/>
          <p:cNvSpPr txBox="1">
            <a:spLocks noGrp="1"/>
          </p:cNvSpPr>
          <p:nvPr>
            <p:ph type="title"/>
          </p:nvPr>
        </p:nvSpPr>
        <p:spPr>
          <a:xfrm>
            <a:off x="855300" y="836000"/>
            <a:ext cx="7433400" cy="4971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38" name="Google Shape;38;p5"/>
          <p:cNvSpPr txBox="1">
            <a:spLocks noGrp="1"/>
          </p:cNvSpPr>
          <p:nvPr>
            <p:ph type="body" idx="1"/>
          </p:nvPr>
        </p:nvSpPr>
        <p:spPr>
          <a:xfrm>
            <a:off x="855300" y="1627900"/>
            <a:ext cx="7433400" cy="2760000"/>
          </a:xfrm>
          <a:prstGeom prst="rect">
            <a:avLst/>
          </a:prstGeom>
        </p:spPr>
        <p:txBody>
          <a:bodyPr spcFirstLastPara="1" wrap="square" lIns="0" tIns="0" rIns="0" bIns="0" anchor="t" anchorCtr="0">
            <a:noAutofit/>
          </a:bodyPr>
          <a:lstStyle>
            <a:lvl1pPr marL="457200" lvl="0" indent="-381000" rtl="0">
              <a:spcBef>
                <a:spcPts val="0"/>
              </a:spcBef>
              <a:spcAft>
                <a:spcPts val="0"/>
              </a:spcAft>
              <a:buSzPts val="2400"/>
              <a:buChar char="⦿"/>
              <a:defRPr/>
            </a:lvl1pPr>
            <a:lvl2pPr marL="914400" lvl="1" indent="-381000" rtl="0">
              <a:spcBef>
                <a:spcPts val="1000"/>
              </a:spcBef>
              <a:spcAft>
                <a:spcPts val="0"/>
              </a:spcAft>
              <a:buSzPts val="2400"/>
              <a:buChar char="⌾"/>
              <a:defRPr/>
            </a:lvl2pPr>
            <a:lvl3pPr marL="1371600" lvl="2" indent="-381000" rtl="0">
              <a:spcBef>
                <a:spcPts val="1000"/>
              </a:spcBef>
              <a:spcAft>
                <a:spcPts val="0"/>
              </a:spcAft>
              <a:buSzPts val="2400"/>
              <a:buChar char="•"/>
              <a:defRPr/>
            </a:lvl3pPr>
            <a:lvl4pPr marL="1828800" lvl="3" indent="-381000" rtl="0">
              <a:spcBef>
                <a:spcPts val="1000"/>
              </a:spcBef>
              <a:spcAft>
                <a:spcPts val="0"/>
              </a:spcAft>
              <a:buSzPts val="2400"/>
              <a:buChar char="●"/>
              <a:defRPr/>
            </a:lvl4pPr>
            <a:lvl5pPr marL="2286000" lvl="4" indent="-381000" rtl="0">
              <a:spcBef>
                <a:spcPts val="1000"/>
              </a:spcBef>
              <a:spcAft>
                <a:spcPts val="0"/>
              </a:spcAft>
              <a:buSzPts val="2400"/>
              <a:buChar char="○"/>
              <a:defRPr/>
            </a:lvl5pPr>
            <a:lvl6pPr marL="2743200" lvl="5" indent="-381000" rtl="0">
              <a:spcBef>
                <a:spcPts val="1000"/>
              </a:spcBef>
              <a:spcAft>
                <a:spcPts val="0"/>
              </a:spcAft>
              <a:buSzPts val="2400"/>
              <a:buChar char="■"/>
              <a:defRPr/>
            </a:lvl6pPr>
            <a:lvl7pPr marL="3200400" lvl="6" indent="-381000" rtl="0">
              <a:spcBef>
                <a:spcPts val="1000"/>
              </a:spcBef>
              <a:spcAft>
                <a:spcPts val="0"/>
              </a:spcAft>
              <a:buSzPts val="2400"/>
              <a:buChar char="●"/>
              <a:defRPr/>
            </a:lvl7pPr>
            <a:lvl8pPr marL="3657600" lvl="7" indent="-381000" rtl="0">
              <a:spcBef>
                <a:spcPts val="1000"/>
              </a:spcBef>
              <a:spcAft>
                <a:spcPts val="0"/>
              </a:spcAft>
              <a:buSzPts val="2400"/>
              <a:buChar char="○"/>
              <a:defRPr/>
            </a:lvl8pPr>
            <a:lvl9pPr marL="4114800" lvl="8" indent="-381000" rtl="0">
              <a:spcBef>
                <a:spcPts val="1000"/>
              </a:spcBef>
              <a:spcAft>
                <a:spcPts val="1000"/>
              </a:spcAft>
              <a:buSzPts val="2400"/>
              <a:buChar char="■"/>
              <a:defRPr/>
            </a:lvl9pPr>
          </a:lstStyle>
          <a:p>
            <a:endParaRPr/>
          </a:p>
        </p:txBody>
      </p:sp>
      <p:sp>
        <p:nvSpPr>
          <p:cNvPr id="39" name="Google Shape;39;p5"/>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34966760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 3 columns">
  <p:cSld name="Title + 3 columns">
    <p:spTree>
      <p:nvGrpSpPr>
        <p:cNvPr id="1" name="Shape 51"/>
        <p:cNvGrpSpPr/>
        <p:nvPr/>
      </p:nvGrpSpPr>
      <p:grpSpPr>
        <a:xfrm>
          <a:off x="0" y="0"/>
          <a:ext cx="0" cy="0"/>
          <a:chOff x="0" y="0"/>
          <a:chExt cx="0" cy="0"/>
        </a:xfrm>
      </p:grpSpPr>
      <p:sp>
        <p:nvSpPr>
          <p:cNvPr id="58" name="Google Shape;58;p7"/>
          <p:cNvSpPr txBox="1">
            <a:spLocks noGrp="1"/>
          </p:cNvSpPr>
          <p:nvPr>
            <p:ph type="title"/>
          </p:nvPr>
        </p:nvSpPr>
        <p:spPr>
          <a:xfrm>
            <a:off x="855300" y="836000"/>
            <a:ext cx="7433400" cy="497100"/>
          </a:xfrm>
          <a:prstGeom prst="rect">
            <a:avLst/>
          </a:prstGeom>
        </p:spPr>
        <p:txBody>
          <a:bodyPr spcFirstLastPara="1" wrap="square" lIns="0" tIns="0" rIns="0" bIns="0" anchor="t" anchorCtr="0">
            <a:no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a:endParaRPr/>
          </a:p>
        </p:txBody>
      </p:sp>
      <p:sp>
        <p:nvSpPr>
          <p:cNvPr id="59" name="Google Shape;59;p7"/>
          <p:cNvSpPr txBox="1">
            <a:spLocks noGrp="1"/>
          </p:cNvSpPr>
          <p:nvPr>
            <p:ph type="body" idx="1"/>
          </p:nvPr>
        </p:nvSpPr>
        <p:spPr>
          <a:xfrm>
            <a:off x="855300" y="1627900"/>
            <a:ext cx="2315700" cy="28704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60" name="Google Shape;60;p7"/>
          <p:cNvSpPr txBox="1">
            <a:spLocks noGrp="1"/>
          </p:cNvSpPr>
          <p:nvPr>
            <p:ph type="body" idx="2"/>
          </p:nvPr>
        </p:nvSpPr>
        <p:spPr>
          <a:xfrm>
            <a:off x="3414199" y="1627900"/>
            <a:ext cx="2315700" cy="28704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61" name="Google Shape;61;p7"/>
          <p:cNvSpPr txBox="1">
            <a:spLocks noGrp="1"/>
          </p:cNvSpPr>
          <p:nvPr>
            <p:ph type="body" idx="3"/>
          </p:nvPr>
        </p:nvSpPr>
        <p:spPr>
          <a:xfrm>
            <a:off x="5973097" y="1627900"/>
            <a:ext cx="2315700" cy="2870400"/>
          </a:xfrm>
          <a:prstGeom prst="rect">
            <a:avLst/>
          </a:prstGeom>
        </p:spPr>
        <p:txBody>
          <a:bodyPr spcFirstLastPara="1" wrap="square" lIns="0" tIns="0" rIns="0" bIns="0" anchor="t" anchorCtr="0">
            <a:noAutofit/>
          </a:bodyPr>
          <a:lstStyle>
            <a:lvl1pPr marL="457200" lvl="0" indent="-342900" rtl="0">
              <a:spcBef>
                <a:spcPts val="0"/>
              </a:spcBef>
              <a:spcAft>
                <a:spcPts val="0"/>
              </a:spcAft>
              <a:buSzPts val="1800"/>
              <a:buChar char="⦿"/>
              <a:defRPr sz="1800"/>
            </a:lvl1pPr>
            <a:lvl2pPr marL="914400" lvl="1" indent="-342900" rtl="0">
              <a:spcBef>
                <a:spcPts val="1000"/>
              </a:spcBef>
              <a:spcAft>
                <a:spcPts val="0"/>
              </a:spcAft>
              <a:buSzPts val="1800"/>
              <a:buChar char="⌾"/>
              <a:defRPr sz="1800"/>
            </a:lvl2pPr>
            <a:lvl3pPr marL="1371600" lvl="2" indent="-342900" rtl="0">
              <a:spcBef>
                <a:spcPts val="1000"/>
              </a:spcBef>
              <a:spcAft>
                <a:spcPts val="0"/>
              </a:spcAft>
              <a:buSzPts val="1800"/>
              <a:buChar char="•"/>
              <a:defRPr sz="1800"/>
            </a:lvl3pPr>
            <a:lvl4pPr marL="1828800" lvl="3" indent="-342900" rtl="0">
              <a:spcBef>
                <a:spcPts val="1000"/>
              </a:spcBef>
              <a:spcAft>
                <a:spcPts val="0"/>
              </a:spcAft>
              <a:buSzPts val="1800"/>
              <a:buChar char="●"/>
              <a:defRPr sz="1800"/>
            </a:lvl4pPr>
            <a:lvl5pPr marL="2286000" lvl="4" indent="-342900" rtl="0">
              <a:spcBef>
                <a:spcPts val="1000"/>
              </a:spcBef>
              <a:spcAft>
                <a:spcPts val="0"/>
              </a:spcAft>
              <a:buSzPts val="1800"/>
              <a:buChar char="○"/>
              <a:defRPr sz="1800"/>
            </a:lvl5pPr>
            <a:lvl6pPr marL="2743200" lvl="5" indent="-342900" rtl="0">
              <a:spcBef>
                <a:spcPts val="1000"/>
              </a:spcBef>
              <a:spcAft>
                <a:spcPts val="0"/>
              </a:spcAft>
              <a:buSzPts val="1800"/>
              <a:buChar char="■"/>
              <a:defRPr sz="1800"/>
            </a:lvl6pPr>
            <a:lvl7pPr marL="3200400" lvl="6" indent="-342900" rtl="0">
              <a:spcBef>
                <a:spcPts val="1000"/>
              </a:spcBef>
              <a:spcAft>
                <a:spcPts val="0"/>
              </a:spcAft>
              <a:buSzPts val="1800"/>
              <a:buChar char="●"/>
              <a:defRPr sz="1800"/>
            </a:lvl7pPr>
            <a:lvl8pPr marL="3657600" lvl="7" indent="-342900" rtl="0">
              <a:spcBef>
                <a:spcPts val="1000"/>
              </a:spcBef>
              <a:spcAft>
                <a:spcPts val="0"/>
              </a:spcAft>
              <a:buSzPts val="1800"/>
              <a:buChar char="○"/>
              <a:defRPr sz="1800"/>
            </a:lvl8pPr>
            <a:lvl9pPr marL="4114800" lvl="8" indent="-342900" rtl="0">
              <a:spcBef>
                <a:spcPts val="1000"/>
              </a:spcBef>
              <a:spcAft>
                <a:spcPts val="1000"/>
              </a:spcAft>
              <a:buSzPts val="1800"/>
              <a:buChar char="■"/>
              <a:defRPr sz="1800"/>
            </a:lvl9pPr>
          </a:lstStyle>
          <a:p>
            <a:endParaRPr/>
          </a:p>
        </p:txBody>
      </p:sp>
      <p:sp>
        <p:nvSpPr>
          <p:cNvPr id="62" name="Google Shape;62;p7"/>
          <p:cNvSpPr txBox="1">
            <a:spLocks noGrp="1"/>
          </p:cNvSpPr>
          <p:nvPr>
            <p:ph type="sldNum" idx="12"/>
          </p:nvPr>
        </p:nvSpPr>
        <p:spPr>
          <a:xfrm>
            <a:off x="8480584" y="4749851"/>
            <a:ext cx="548700" cy="3936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116304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98624D31-43A5-475A-80CF-332C9F6DCF35}" type="datetimeFigureOut">
              <a:rPr lang="en-US" smtClean="0"/>
              <a:t>29-Aug-22</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pPr marL="0" lvl="0" indent="0" algn="r" rtl="0">
              <a:spcBef>
                <a:spcPts val="0"/>
              </a:spcBef>
              <a:spcAft>
                <a:spcPts val="0"/>
              </a:spcAft>
              <a:buClr>
                <a:schemeClr val="lt1"/>
              </a:buClr>
              <a:buSzPts val="1200"/>
              <a:buFont typeface="Titillium Web"/>
              <a:buNone/>
            </a:pPr>
            <a:fld id="{00000000-1234-1234-1234-123412341234}" type="slidenum">
              <a:rPr lang="en" smtClean="0"/>
              <a:t>‹#›</a:t>
            </a:fld>
            <a:endParaRPr lang="en"/>
          </a:p>
        </p:txBody>
      </p:sp>
    </p:spTree>
    <p:extLst>
      <p:ext uri="{BB962C8B-B14F-4D97-AF65-F5344CB8AC3E}">
        <p14:creationId xmlns:p14="http://schemas.microsoft.com/office/powerpoint/2010/main" val="17928182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 id="2147483699" r:id="rId21"/>
  </p:sldLayoutIdLst>
  <p:transition>
    <p:fade thruBlk="1"/>
  </p:transition>
  <p:timing>
    <p:tnLst>
      <p:par>
        <p:cTn id="1" dur="indefinite" restart="never" nodeType="tmRoot"/>
      </p:par>
    </p:tnLst>
  </p:timing>
  <p:hf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2"/>
          <p:cNvSpPr txBox="1">
            <a:spLocks noGrp="1"/>
          </p:cNvSpPr>
          <p:nvPr>
            <p:ph type="ctrTitle"/>
          </p:nvPr>
        </p:nvSpPr>
        <p:spPr>
          <a:xfrm>
            <a:off x="349135" y="440575"/>
            <a:ext cx="8628610" cy="2161309"/>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3200" dirty="0" smtClean="0">
                <a:solidFill>
                  <a:srgbClr val="FFFF00"/>
                </a:solidFill>
                <a:latin typeface="Times New Roman" panose="02020603050405020304" pitchFamily="18" charset="0"/>
                <a:cs typeface="Times New Roman" panose="02020603050405020304" pitchFamily="18" charset="0"/>
              </a:rPr>
              <a:t>USERS  SOCIAL  NETWORKING   WEBSITE</a:t>
            </a:r>
            <a:r>
              <a:rPr lang="en" sz="4400" dirty="0" smtClean="0">
                <a:solidFill>
                  <a:srgbClr val="FFFF00"/>
                </a:solidFill>
                <a:latin typeface="Times New Roman" panose="02020603050405020304" pitchFamily="18" charset="0"/>
                <a:cs typeface="Times New Roman" panose="02020603050405020304" pitchFamily="18" charset="0"/>
              </a:rPr>
              <a:t> </a:t>
            </a:r>
            <a:endParaRPr sz="4400" dirty="0">
              <a:solidFill>
                <a:srgbClr val="FFFF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3"/>
          <p:cNvSpPr txBox="1">
            <a:spLocks noGrp="1"/>
          </p:cNvSpPr>
          <p:nvPr>
            <p:ph type="title"/>
          </p:nvPr>
        </p:nvSpPr>
        <p:spPr>
          <a:prstGeom prst="rect">
            <a:avLst/>
          </a:prstGeom>
        </p:spPr>
        <p:txBody>
          <a:bodyPr spcFirstLastPara="1" wrap="square" lIns="0" tIns="0" rIns="0" bIns="0" anchor="t" anchorCtr="0">
            <a:noAutofit/>
          </a:bodyPr>
          <a:lstStyle/>
          <a:p>
            <a:pPr marL="0" lvl="0" indent="0" rtl="0">
              <a:spcBef>
                <a:spcPts val="0"/>
              </a:spcBef>
              <a:spcAft>
                <a:spcPts val="0"/>
              </a:spcAft>
              <a:buNone/>
            </a:pPr>
            <a:r>
              <a:rPr lang="en" dirty="0" smtClean="0"/>
              <a:t>          </a:t>
            </a:r>
            <a:r>
              <a:rPr lang="en" sz="3600" dirty="0" smtClean="0">
                <a:solidFill>
                  <a:srgbClr val="FFFF00"/>
                </a:solidFill>
                <a:latin typeface="Times New Roman" panose="02020603050405020304" pitchFamily="18" charset="0"/>
                <a:cs typeface="Times New Roman" panose="02020603050405020304" pitchFamily="18" charset="0"/>
              </a:rPr>
              <a:t>GROUP  MEMBERS </a:t>
            </a:r>
            <a:endParaRPr sz="3600" dirty="0">
              <a:solidFill>
                <a:srgbClr val="FFFF00"/>
              </a:solidFill>
              <a:latin typeface="Times New Roman" panose="02020603050405020304" pitchFamily="18" charset="0"/>
              <a:cs typeface="Times New Roman" panose="02020603050405020304" pitchFamily="18" charset="0"/>
            </a:endParaRPr>
          </a:p>
        </p:txBody>
      </p:sp>
      <p:sp>
        <p:nvSpPr>
          <p:cNvPr id="102" name="Google Shape;102;p13"/>
          <p:cNvSpPr txBox="1">
            <a:spLocks noGrp="1"/>
          </p:cNvSpPr>
          <p:nvPr>
            <p:ph type="body" idx="1"/>
          </p:nvPr>
        </p:nvSpPr>
        <p:spPr>
          <a:xfrm>
            <a:off x="2610196" y="2186247"/>
            <a:ext cx="3483034" cy="1255240"/>
          </a:xfrm>
          <a:prstGeom prst="rect">
            <a:avLst/>
          </a:prstGeom>
        </p:spPr>
        <p:txBody>
          <a:bodyPr spcFirstLastPara="1" wrap="square" lIns="0" tIns="0" rIns="0" bIns="0" anchor="t" anchorCtr="0">
            <a:noAutofit/>
          </a:bodyPr>
          <a:lstStyle/>
          <a:p>
            <a:pPr marL="0" lvl="0" indent="0">
              <a:spcBef>
                <a:spcPts val="1000"/>
              </a:spcBef>
              <a:spcAft>
                <a:spcPts val="1000"/>
              </a:spcAft>
              <a:buClr>
                <a:schemeClr val="dk1"/>
              </a:buClr>
              <a:buSzPts val="1100"/>
              <a:buNone/>
            </a:pPr>
            <a:r>
              <a:rPr lang="en-US" sz="2200" b="1" smtClean="0">
                <a:solidFill>
                  <a:schemeClr val="bg1">
                    <a:lumMod val="95000"/>
                    <a:lumOff val="5000"/>
                  </a:schemeClr>
                </a:solidFill>
                <a:latin typeface="Times New Roman" panose="02020603050405020304" pitchFamily="18" charset="0"/>
                <a:cs typeface="Times New Roman" panose="02020603050405020304" pitchFamily="18" charset="0"/>
              </a:rPr>
              <a:t>GIRISH </a:t>
            </a:r>
            <a:r>
              <a:rPr lang="en-US" sz="2200" b="1" smtClean="0">
                <a:solidFill>
                  <a:schemeClr val="bg1">
                    <a:lumMod val="95000"/>
                    <a:lumOff val="5000"/>
                  </a:schemeClr>
                </a:solidFill>
                <a:latin typeface="Times New Roman" panose="02020603050405020304" pitchFamily="18" charset="0"/>
                <a:cs typeface="Times New Roman" panose="02020603050405020304" pitchFamily="18" charset="0"/>
              </a:rPr>
              <a:t>SHENOY</a:t>
            </a:r>
          </a:p>
          <a:p>
            <a:pPr marL="0" lvl="0" indent="0">
              <a:spcBef>
                <a:spcPts val="1000"/>
              </a:spcBef>
              <a:spcAft>
                <a:spcPts val="1000"/>
              </a:spcAft>
              <a:buClr>
                <a:schemeClr val="dk1"/>
              </a:buClr>
              <a:buSzPts val="1100"/>
              <a:buNone/>
            </a:pPr>
            <a:endParaRPr sz="2200" b="1"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04" name="Google Shape;104;p13"/>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266918" y="913007"/>
            <a:ext cx="7939565" cy="714893"/>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smtClean="0"/>
              <a:t>                          </a:t>
            </a:r>
            <a:r>
              <a:rPr lang="en" sz="2400" dirty="0" smtClean="0">
                <a:solidFill>
                  <a:srgbClr val="FFFF00"/>
                </a:solidFill>
                <a:latin typeface="Times New Roman" panose="02020603050405020304" pitchFamily="18" charset="0"/>
                <a:cs typeface="Times New Roman" panose="02020603050405020304" pitchFamily="18" charset="0"/>
              </a:rPr>
              <a:t>SYSTEM  SPECIFICATION</a:t>
            </a:r>
            <a:endParaRPr sz="2400" dirty="0">
              <a:solidFill>
                <a:srgbClr val="FFFF00"/>
              </a:solidFill>
              <a:latin typeface="Times New Roman" panose="02020603050405020304" pitchFamily="18" charset="0"/>
              <a:cs typeface="Times New Roman" panose="02020603050405020304" pitchFamily="18" charset="0"/>
            </a:endParaRPr>
          </a:p>
        </p:txBody>
      </p:sp>
      <p:sp>
        <p:nvSpPr>
          <p:cNvPr id="131" name="Google Shape;131;p17"/>
          <p:cNvSpPr txBox="1">
            <a:spLocks noGrp="1"/>
          </p:cNvSpPr>
          <p:nvPr>
            <p:ph type="body" idx="1"/>
          </p:nvPr>
        </p:nvSpPr>
        <p:spPr>
          <a:xfrm>
            <a:off x="855300" y="1627899"/>
            <a:ext cx="7433400" cy="2977352"/>
          </a:xfrm>
          <a:prstGeom prst="rect">
            <a:avLst/>
          </a:prstGeom>
        </p:spPr>
        <p:txBody>
          <a:bodyPr spcFirstLastPara="1" wrap="square" lIns="0" tIns="0" rIns="0" bIns="0" anchor="t" anchorCtr="0">
            <a:noAutofit/>
          </a:bodyPr>
          <a:lstStyle/>
          <a:p>
            <a:pPr marL="76200" lvl="0" indent="0">
              <a:buNone/>
            </a:pPr>
            <a:endParaRPr lang="en-US" sz="1400" b="1" dirty="0" smtClean="0">
              <a:solidFill>
                <a:schemeClr val="accent1">
                  <a:lumMod val="50000"/>
                </a:schemeClr>
              </a:solidFill>
              <a:latin typeface="Times New Roman" panose="02020603050405020304" pitchFamily="18" charset="0"/>
              <a:cs typeface="Times New Roman" panose="02020603050405020304" pitchFamily="18" charset="0"/>
            </a:endParaRPr>
          </a:p>
          <a:p>
            <a:pPr marL="76200" lvl="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Software </a:t>
            </a:r>
            <a:r>
              <a:rPr lang="en-US" sz="1600" b="1" dirty="0">
                <a:solidFill>
                  <a:schemeClr val="bg1">
                    <a:lumMod val="95000"/>
                    <a:lumOff val="5000"/>
                  </a:schemeClr>
                </a:solidFill>
                <a:latin typeface="Times New Roman" panose="02020603050405020304" pitchFamily="18" charset="0"/>
                <a:cs typeface="Times New Roman" panose="02020603050405020304" pitchFamily="18" charset="0"/>
              </a:rPr>
              <a:t>Requirements: -</a:t>
            </a:r>
          </a:p>
          <a:p>
            <a:pPr marL="76200" lvl="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Front </a:t>
            </a:r>
            <a:r>
              <a:rPr lang="en-US" sz="1600" b="1" dirty="0">
                <a:solidFill>
                  <a:schemeClr val="bg1">
                    <a:lumMod val="95000"/>
                    <a:lumOff val="5000"/>
                  </a:schemeClr>
                </a:solidFill>
                <a:latin typeface="Times New Roman" panose="02020603050405020304" pitchFamily="18" charset="0"/>
                <a:cs typeface="Times New Roman" panose="02020603050405020304" pitchFamily="18" charset="0"/>
              </a:rPr>
              <a:t>End: </a:t>
            </a:r>
            <a:r>
              <a:rPr lang="en-IN" sz="1600" b="1" dirty="0" smtClean="0">
                <a:solidFill>
                  <a:schemeClr val="bg1">
                    <a:lumMod val="95000"/>
                    <a:lumOff val="5000"/>
                  </a:schemeClr>
                </a:solidFill>
                <a:latin typeface="Times New Roman" panose="02020603050405020304" pitchFamily="18" charset="0"/>
                <a:cs typeface="Times New Roman" panose="02020603050405020304" pitchFamily="18" charset="0"/>
              </a:rPr>
              <a:t>HTML5/CSS3/JavaScript</a:t>
            </a:r>
            <a:endParaRPr lang="en-US" sz="16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76200" lvl="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Back </a:t>
            </a:r>
            <a:r>
              <a:rPr lang="en-US" sz="1600" b="1" dirty="0">
                <a:solidFill>
                  <a:schemeClr val="bg1">
                    <a:lumMod val="95000"/>
                    <a:lumOff val="5000"/>
                  </a:schemeClr>
                </a:solidFill>
                <a:latin typeface="Times New Roman" panose="02020603050405020304" pitchFamily="18" charset="0"/>
                <a:cs typeface="Times New Roman" panose="02020603050405020304" pitchFamily="18" charset="0"/>
              </a:rPr>
              <a:t>End: </a:t>
            </a:r>
            <a:r>
              <a:rPr lang="en-IN" sz="1600" b="1" dirty="0">
                <a:solidFill>
                  <a:schemeClr val="bg1">
                    <a:lumMod val="95000"/>
                    <a:lumOff val="5000"/>
                  </a:schemeClr>
                </a:solidFill>
                <a:latin typeface="Times New Roman" panose="02020603050405020304" pitchFamily="18" charset="0"/>
                <a:cs typeface="Times New Roman" panose="02020603050405020304" pitchFamily="18" charset="0"/>
              </a:rPr>
              <a:t>MySQL </a:t>
            </a:r>
            <a:r>
              <a:rPr lang="en-IN" sz="1600" b="1" dirty="0" smtClean="0">
                <a:solidFill>
                  <a:schemeClr val="bg1">
                    <a:lumMod val="95000"/>
                    <a:lumOff val="5000"/>
                  </a:schemeClr>
                </a:solidFill>
                <a:latin typeface="Times New Roman" panose="02020603050405020304" pitchFamily="18" charset="0"/>
                <a:cs typeface="Times New Roman" panose="02020603050405020304" pitchFamily="18" charset="0"/>
              </a:rPr>
              <a:t> </a:t>
            </a:r>
            <a:r>
              <a:rPr lang="en-IN" sz="1600" b="1" dirty="0">
                <a:solidFill>
                  <a:schemeClr val="bg1">
                    <a:lumMod val="95000"/>
                    <a:lumOff val="5000"/>
                  </a:schemeClr>
                </a:solidFill>
                <a:latin typeface="Times New Roman" panose="02020603050405020304" pitchFamily="18" charset="0"/>
                <a:cs typeface="Times New Roman" panose="02020603050405020304" pitchFamily="18" charset="0"/>
              </a:rPr>
              <a:t>/PHP </a:t>
            </a:r>
            <a:endPar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endParaRPr>
          </a:p>
          <a:p>
            <a:pPr marL="76200" lvl="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Tools: Sublime Text , XAMPP, TOMCAT </a:t>
            </a:r>
            <a:endParaRPr lang="en-US" sz="16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76200" lvl="0" indent="0">
              <a:buNone/>
            </a:pPr>
            <a:endPar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endParaRPr>
          </a:p>
          <a:p>
            <a:pPr marL="76200" lvl="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Hardware Requirements :-</a:t>
            </a:r>
          </a:p>
          <a:p>
            <a:pPr marL="76200" indent="0">
              <a:buNone/>
            </a:pP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Processor – AMD </a:t>
            </a:r>
            <a:r>
              <a:rPr lang="en-IN" sz="1600" b="1" dirty="0" smtClean="0">
                <a:solidFill>
                  <a:schemeClr val="bg1">
                    <a:lumMod val="95000"/>
                    <a:lumOff val="5000"/>
                  </a:schemeClr>
                </a:solidFill>
                <a:latin typeface="Times New Roman" panose="02020603050405020304" pitchFamily="18" charset="0"/>
                <a:cs typeface="Times New Roman" panose="02020603050405020304" pitchFamily="18" charset="0"/>
              </a:rPr>
              <a:t>AMD E1-6010 APU 1.35 GHz , </a:t>
            </a:r>
            <a:r>
              <a:rPr lang="en-US" sz="1600" b="1" dirty="0" smtClean="0">
                <a:solidFill>
                  <a:schemeClr val="bg1">
                    <a:lumMod val="95000"/>
                    <a:lumOff val="5000"/>
                  </a:schemeClr>
                </a:solidFill>
                <a:latin typeface="Times New Roman" panose="02020603050405020304" pitchFamily="18" charset="0"/>
                <a:cs typeface="Times New Roman" panose="02020603050405020304" pitchFamily="18" charset="0"/>
              </a:rPr>
              <a:t>Intel® Core™2 Duo Processor E7500</a:t>
            </a:r>
          </a:p>
          <a:p>
            <a:pPr marL="76200" indent="0">
              <a:buNone/>
            </a:pPr>
            <a:r>
              <a:rPr lang="en-IN" sz="1600" b="1" dirty="0" smtClean="0">
                <a:solidFill>
                  <a:schemeClr val="bg1">
                    <a:lumMod val="95000"/>
                    <a:lumOff val="5000"/>
                  </a:schemeClr>
                </a:solidFill>
                <a:latin typeface="Times New Roman" panose="02020603050405020304" pitchFamily="18" charset="0"/>
                <a:cs typeface="Times New Roman" panose="02020603050405020304" pitchFamily="18" charset="0"/>
              </a:rPr>
              <a:t>System RAM – 2 GB Minimum</a:t>
            </a:r>
          </a:p>
          <a:p>
            <a:pPr marL="76200" indent="0">
              <a:buNone/>
            </a:pPr>
            <a:r>
              <a:rPr lang="en-IN" sz="1600" b="1" dirty="0" smtClean="0">
                <a:solidFill>
                  <a:schemeClr val="bg1">
                    <a:lumMod val="95000"/>
                    <a:lumOff val="5000"/>
                  </a:schemeClr>
                </a:solidFill>
                <a:latin typeface="Times New Roman" panose="02020603050405020304" pitchFamily="18" charset="0"/>
                <a:cs typeface="Times New Roman" panose="02020603050405020304" pitchFamily="18" charset="0"/>
              </a:rPr>
              <a:t>Storage – 80 GB HDD Minimum</a:t>
            </a:r>
            <a:endParaRPr lang="en-US" sz="16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76200" indent="0">
              <a:buNone/>
            </a:pPr>
            <a:endParaRPr lang="en-US" sz="1400" dirty="0"/>
          </a:p>
          <a:p>
            <a:pPr marL="76200" lvl="0" indent="0">
              <a:buNone/>
            </a:pPr>
            <a:endParaRPr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32" name="Google Shape;132;p17"/>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7" name="Google Shape;157;p19"/>
          <p:cNvSpPr txBox="1">
            <a:spLocks noGrp="1"/>
          </p:cNvSpPr>
          <p:nvPr>
            <p:ph type="title"/>
          </p:nvPr>
        </p:nvSpPr>
        <p:spPr>
          <a:xfrm>
            <a:off x="3408218" y="191193"/>
            <a:ext cx="4880481" cy="540327"/>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2400" dirty="0" smtClean="0">
                <a:solidFill>
                  <a:srgbClr val="FFFF00"/>
                </a:solidFill>
                <a:latin typeface="Times New Roman" panose="02020603050405020304" pitchFamily="18" charset="0"/>
                <a:cs typeface="Times New Roman" panose="02020603050405020304" pitchFamily="18" charset="0"/>
              </a:rPr>
              <a:t>OBJECTIVES</a:t>
            </a:r>
            <a:endParaRPr sz="2400" dirty="0">
              <a:solidFill>
                <a:srgbClr val="FFFF00"/>
              </a:solidFill>
              <a:latin typeface="Times New Roman" panose="02020603050405020304" pitchFamily="18" charset="0"/>
              <a:cs typeface="Times New Roman" panose="02020603050405020304" pitchFamily="18" charset="0"/>
            </a:endParaRPr>
          </a:p>
        </p:txBody>
      </p:sp>
      <p:sp>
        <p:nvSpPr>
          <p:cNvPr id="156" name="Google Shape;156;p19"/>
          <p:cNvSpPr txBox="1">
            <a:spLocks noGrp="1"/>
          </p:cNvSpPr>
          <p:nvPr>
            <p:ph type="body" idx="1"/>
          </p:nvPr>
        </p:nvSpPr>
        <p:spPr>
          <a:xfrm>
            <a:off x="182880" y="1627900"/>
            <a:ext cx="6209607" cy="1032173"/>
          </a:xfrm>
          <a:prstGeom prst="rect">
            <a:avLst/>
          </a:prstGeom>
        </p:spPr>
        <p:txBody>
          <a:bodyPr spcFirstLastPara="1" wrap="square" lIns="0" tIns="0" rIns="0" bIns="0" anchor="t" anchorCtr="0">
            <a:noAutofit/>
          </a:bodyPr>
          <a:lstStyle/>
          <a:p>
            <a:pPr marL="0" indent="0">
              <a:buNone/>
            </a:pPr>
            <a:endParaRPr lang="en-US" b="1" dirty="0"/>
          </a:p>
          <a:p>
            <a:pPr marL="0" lvl="0" indent="0" algn="l" rtl="0">
              <a:spcBef>
                <a:spcPts val="0"/>
              </a:spcBef>
              <a:spcAft>
                <a:spcPts val="0"/>
              </a:spcAft>
              <a:buNone/>
            </a:pPr>
            <a:endParaRPr b="1" dirty="0"/>
          </a:p>
        </p:txBody>
      </p:sp>
      <p:sp>
        <p:nvSpPr>
          <p:cNvPr id="158" name="Google Shape;158;p19"/>
          <p:cNvSpPr txBox="1">
            <a:spLocks noGrp="1"/>
          </p:cNvSpPr>
          <p:nvPr>
            <p:ph type="body" idx="2"/>
          </p:nvPr>
        </p:nvSpPr>
        <p:spPr>
          <a:xfrm>
            <a:off x="99752" y="906086"/>
            <a:ext cx="8929531" cy="3843765"/>
          </a:xfrm>
          <a:prstGeom prst="rect">
            <a:avLst/>
          </a:prstGeom>
        </p:spPr>
        <p:txBody>
          <a:bodyPr spcFirstLastPara="1" wrap="square" lIns="0" tIns="0" rIns="0" bIns="0" anchor="t" anchorCtr="0">
            <a:noAutofit/>
          </a:bodyPr>
          <a:lstStyle/>
          <a:p>
            <a:pPr marL="342900" lvl="0" indent="-342900" algn="l" rtl="0">
              <a:spcBef>
                <a:spcPts val="0"/>
              </a:spcBef>
              <a:spcAft>
                <a:spcPts val="0"/>
              </a:spcAft>
              <a:buClr>
                <a:srgbClr val="FF0000"/>
              </a:buClr>
              <a:buFont typeface="Arial" panose="020B0604020202020204" pitchFamily="34" charset="0"/>
              <a:buChar char="•"/>
            </a:pPr>
            <a:r>
              <a:rPr lang="en-US" sz="2400" b="1" dirty="0" smtClean="0">
                <a:solidFill>
                  <a:schemeClr val="bg1">
                    <a:lumMod val="95000"/>
                    <a:lumOff val="5000"/>
                  </a:schemeClr>
                </a:solidFill>
                <a:latin typeface="Times New Roman" panose="02020603050405020304" pitchFamily="18" charset="0"/>
                <a:cs typeface="Times New Roman" panose="02020603050405020304" pitchFamily="18" charset="0"/>
              </a:rPr>
              <a:t>THE MAIN OBJECTIVE OF SOCAIL NETWORKING WEBSITE IS TO MANAGE DETAILS OF USERS, VIDEOS,PHOTOS, FRIENDS.</a:t>
            </a:r>
          </a:p>
          <a:p>
            <a:pPr marL="342900" lvl="0" indent="-342900" algn="l" rtl="0">
              <a:spcBef>
                <a:spcPts val="0"/>
              </a:spcBef>
              <a:spcAft>
                <a:spcPts val="0"/>
              </a:spcAft>
              <a:buClr>
                <a:srgbClr val="FF0000"/>
              </a:buClr>
              <a:buSzPct val="150000"/>
              <a:buFont typeface="Arial" panose="020B0604020202020204" pitchFamily="34" charset="0"/>
              <a:buChar char="•"/>
            </a:pPr>
            <a:endParaRPr lang="en-US" sz="2400" b="1" dirty="0">
              <a:solidFill>
                <a:schemeClr val="bg1">
                  <a:lumMod val="95000"/>
                  <a:lumOff val="5000"/>
                </a:schemeClr>
              </a:solidFill>
              <a:latin typeface="Times New Roman" panose="02020603050405020304" pitchFamily="18" charset="0"/>
              <a:cs typeface="Times New Roman" panose="02020603050405020304" pitchFamily="18" charset="0"/>
            </a:endParaRPr>
          </a:p>
          <a:p>
            <a:pPr marL="342900" lvl="0" indent="-342900" algn="l" rtl="0">
              <a:spcBef>
                <a:spcPts val="0"/>
              </a:spcBef>
              <a:spcAft>
                <a:spcPts val="0"/>
              </a:spcAft>
              <a:buClr>
                <a:srgbClr val="FF0000"/>
              </a:buClr>
              <a:buFont typeface="Arial" panose="020B0604020202020204" pitchFamily="34" charset="0"/>
              <a:buChar char="•"/>
            </a:pPr>
            <a:r>
              <a:rPr lang="en-US" sz="2400" b="1" dirty="0" smtClean="0">
                <a:solidFill>
                  <a:schemeClr val="bg1">
                    <a:lumMod val="95000"/>
                    <a:lumOff val="5000"/>
                  </a:schemeClr>
                </a:solidFill>
                <a:latin typeface="Times New Roman" panose="02020603050405020304" pitchFamily="18" charset="0"/>
                <a:cs typeface="Times New Roman" panose="02020603050405020304" pitchFamily="18" charset="0"/>
              </a:rPr>
              <a:t>THE PURPOSE OF THE PROJECT IS TO BUILD AN WEB APPLICATION PROGRAM TO REDUCE THE MANUAL WORK FOR MANAGING USERS , PHOTOS ,VIDEOS.</a:t>
            </a:r>
          </a:p>
          <a:p>
            <a:pPr marL="342900" lvl="0" indent="-342900" algn="l" rtl="0">
              <a:spcBef>
                <a:spcPts val="0"/>
              </a:spcBef>
              <a:spcAft>
                <a:spcPts val="0"/>
              </a:spcAft>
              <a:buClr>
                <a:srgbClr val="FF0000"/>
              </a:buClr>
              <a:buFont typeface="Arial" panose="020B0604020202020204" pitchFamily="34" charset="0"/>
              <a:buChar char="•"/>
            </a:pPr>
            <a:endParaRPr lang="en-US" sz="2400" b="1" dirty="0">
              <a:solidFill>
                <a:srgbClr val="002060"/>
              </a:solidFill>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rgbClr val="FF0000"/>
              </a:buClr>
              <a:buNone/>
            </a:pPr>
            <a:endParaRPr sz="2400" b="1" dirty="0">
              <a:solidFill>
                <a:srgbClr val="002060"/>
              </a:solidFill>
              <a:latin typeface="Times New Roman" panose="02020603050405020304" pitchFamily="18" charset="0"/>
              <a:cs typeface="Times New Roman" panose="02020603050405020304" pitchFamily="18" charset="0"/>
            </a:endParaRPr>
          </a:p>
        </p:txBody>
      </p:sp>
      <p:sp>
        <p:nvSpPr>
          <p:cNvPr id="159" name="Google Shape;159;p19"/>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a:spLocks noGrp="1"/>
          </p:cNvSpPr>
          <p:nvPr>
            <p:ph type="title"/>
          </p:nvPr>
        </p:nvSpPr>
        <p:spPr>
          <a:xfrm>
            <a:off x="224444" y="1030778"/>
            <a:ext cx="8804840" cy="3738981"/>
          </a:xfrm>
          <a:prstGeom prst="rect">
            <a:avLst/>
          </a:prstGeom>
        </p:spPr>
        <p:txBody>
          <a:bodyPr spcFirstLastPara="1" wrap="square" lIns="0" tIns="0" rIns="0" bIns="0" anchor="t" anchorCtr="0">
            <a:noAutofit/>
          </a:bodyPr>
          <a:lstStyle/>
          <a:p>
            <a:pPr marL="342900" lvl="0" indent="-342900">
              <a:buClr>
                <a:srgbClr val="FF0000"/>
              </a:buClr>
              <a:buFont typeface="Arial" panose="020B0604020202020204" pitchFamily="34" charset="0"/>
              <a:buChar char="•"/>
            </a:pPr>
            <a:r>
              <a:rPr lang="en-US" sz="2400" dirty="0" smtClean="0">
                <a:solidFill>
                  <a:schemeClr val="bg1"/>
                </a:solidFill>
                <a:latin typeface="Times New Roman" panose="02020603050405020304" pitchFamily="18" charset="0"/>
                <a:cs typeface="Times New Roman" panose="02020603050405020304" pitchFamily="18" charset="0"/>
              </a:rPr>
              <a:t>SOCAIL NETWORKING INVOLVES THE DEVELOPMENT AND MAINTENANCE OF PERSONAL AND BUSINESS RELATIONSHIP USING TECHNOLOGY. </a:t>
            </a:r>
            <a:br>
              <a:rPr lang="en-US" sz="2400" dirty="0" smtClean="0">
                <a:solidFill>
                  <a:schemeClr val="bg1"/>
                </a:solidFill>
                <a:latin typeface="Times New Roman" panose="02020603050405020304" pitchFamily="18" charset="0"/>
                <a:cs typeface="Times New Roman" panose="02020603050405020304" pitchFamily="18" charset="0"/>
              </a:rPr>
            </a:br>
            <a:r>
              <a:rPr lang="en-US" sz="2400" dirty="0" smtClean="0">
                <a:solidFill>
                  <a:schemeClr val="bg1"/>
                </a:solidFill>
                <a:latin typeface="Times New Roman" panose="02020603050405020304" pitchFamily="18" charset="0"/>
                <a:cs typeface="Times New Roman" panose="02020603050405020304" pitchFamily="18" charset="0"/>
              </a:rPr>
              <a:t>SOCAIL </a:t>
            </a:r>
            <a:r>
              <a:rPr lang="en-US" sz="2400" dirty="0">
                <a:solidFill>
                  <a:schemeClr val="bg1"/>
                </a:solidFill>
                <a:latin typeface="Times New Roman" panose="02020603050405020304" pitchFamily="18" charset="0"/>
                <a:cs typeface="Times New Roman" panose="02020603050405020304" pitchFamily="18" charset="0"/>
              </a:rPr>
              <a:t>NETWORKING TRACKS THE DETAILS ABOUT   PHOTOS,VIDEOS,POSTS</a:t>
            </a:r>
            <a:r>
              <a:rPr lang="en-US" sz="2400" dirty="0" smtClean="0">
                <a:solidFill>
                  <a:srgbClr val="002060"/>
                </a:solidFill>
                <a:latin typeface="Times New Roman" panose="02020603050405020304" pitchFamily="18" charset="0"/>
                <a:cs typeface="Times New Roman" panose="02020603050405020304" pitchFamily="18" charset="0"/>
              </a:rPr>
              <a:t/>
            </a:r>
            <a:br>
              <a:rPr lang="en-US" sz="2400" dirty="0" smtClean="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
            </a:r>
            <a:br>
              <a:rPr lang="en-US" sz="2400" dirty="0">
                <a:solidFill>
                  <a:srgbClr val="002060"/>
                </a:solidFill>
                <a:latin typeface="Times New Roman" panose="02020603050405020304" pitchFamily="18" charset="0"/>
                <a:cs typeface="Times New Roman" panose="02020603050405020304" pitchFamily="18" charset="0"/>
              </a:rPr>
            </a:br>
            <a:r>
              <a:rPr lang="en-US" sz="2400" dirty="0">
                <a:solidFill>
                  <a:srgbClr val="002060"/>
                </a:solidFill>
                <a:latin typeface="Times New Roman" panose="02020603050405020304" pitchFamily="18" charset="0"/>
                <a:cs typeface="Times New Roman" panose="02020603050405020304" pitchFamily="18" charset="0"/>
              </a:rPr>
              <a:t/>
            </a:r>
            <a:br>
              <a:rPr lang="en-US" sz="2400" dirty="0">
                <a:solidFill>
                  <a:srgbClr val="002060"/>
                </a:solidFill>
                <a:latin typeface="Times New Roman" panose="02020603050405020304" pitchFamily="18" charset="0"/>
                <a:cs typeface="Times New Roman" panose="02020603050405020304" pitchFamily="18" charset="0"/>
              </a:rPr>
            </a:br>
            <a:r>
              <a:rPr lang="en-US" sz="2400" dirty="0" smtClean="0">
                <a:solidFill>
                  <a:srgbClr val="002060"/>
                </a:solidFill>
                <a:latin typeface="Times New Roman" panose="02020603050405020304" pitchFamily="18" charset="0"/>
                <a:cs typeface="Times New Roman" panose="02020603050405020304" pitchFamily="18" charset="0"/>
              </a:rPr>
              <a:t/>
            </a:r>
            <a:br>
              <a:rPr lang="en-US" sz="2400" dirty="0" smtClean="0">
                <a:solidFill>
                  <a:srgbClr val="002060"/>
                </a:solidFill>
                <a:latin typeface="Times New Roman" panose="02020603050405020304" pitchFamily="18" charset="0"/>
                <a:cs typeface="Times New Roman" panose="02020603050405020304" pitchFamily="18" charset="0"/>
              </a:rPr>
            </a:br>
            <a:r>
              <a:rPr lang="en-US" sz="2400" dirty="0" smtClean="0">
                <a:solidFill>
                  <a:srgbClr val="002060"/>
                </a:solidFill>
                <a:latin typeface="Times New Roman" panose="02020603050405020304" pitchFamily="18" charset="0"/>
                <a:cs typeface="Times New Roman" panose="02020603050405020304" pitchFamily="18" charset="0"/>
              </a:rPr>
              <a:t> </a:t>
            </a:r>
            <a:endParaRPr sz="2400" dirty="0">
              <a:solidFill>
                <a:srgbClr val="002060"/>
              </a:solidFill>
              <a:latin typeface="Times New Roman" panose="02020603050405020304" pitchFamily="18" charset="0"/>
              <a:cs typeface="Times New Roman" panose="02020603050405020304" pitchFamily="18" charset="0"/>
            </a:endParaRPr>
          </a:p>
        </p:txBody>
      </p:sp>
      <p:sp>
        <p:nvSpPr>
          <p:cNvPr id="168" name="Google Shape;168;p20"/>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5</a:t>
            </a:fld>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grpSp>
        <p:nvGrpSpPr>
          <p:cNvPr id="174" name="Google Shape;174;p21"/>
          <p:cNvGrpSpPr/>
          <p:nvPr/>
        </p:nvGrpSpPr>
        <p:grpSpPr>
          <a:xfrm>
            <a:off x="6976152" y="3891825"/>
            <a:ext cx="2167839" cy="1251620"/>
            <a:chOff x="6975702" y="3891625"/>
            <a:chExt cx="2167839" cy="1251620"/>
          </a:xfrm>
        </p:grpSpPr>
        <p:sp>
          <p:nvSpPr>
            <p:cNvPr id="175" name="Google Shape;175;p21"/>
            <p:cNvSpPr/>
            <p:nvPr/>
          </p:nvSpPr>
          <p:spPr>
            <a:xfrm>
              <a:off x="6975702" y="3891625"/>
              <a:ext cx="2167821" cy="1251611"/>
            </a:xfrm>
            <a:custGeom>
              <a:avLst/>
              <a:gdLst/>
              <a:ahLst/>
              <a:cxnLst/>
              <a:rect l="l" t="t" r="r" b="b"/>
              <a:pathLst>
                <a:path w="1438024" h="830256" extrusionOk="0">
                  <a:moveTo>
                    <a:pt x="1438024" y="0"/>
                  </a:moveTo>
                  <a:lnTo>
                    <a:pt x="0" y="830256"/>
                  </a:lnTo>
                  <a:lnTo>
                    <a:pt x="1438024" y="830256"/>
                  </a:lnTo>
                  <a:lnTo>
                    <a:pt x="1438024" y="0"/>
                  </a:lnTo>
                  <a:close/>
                </a:path>
              </a:pathLst>
            </a:custGeom>
            <a:solidFill>
              <a:srgbClr val="00226D">
                <a:alpha val="178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21"/>
            <p:cNvSpPr/>
            <p:nvPr/>
          </p:nvSpPr>
          <p:spPr>
            <a:xfrm>
              <a:off x="7066569" y="3933821"/>
              <a:ext cx="2076972" cy="1209424"/>
            </a:xfrm>
            <a:custGeom>
              <a:avLst/>
              <a:gdLst/>
              <a:ahLst/>
              <a:cxnLst/>
              <a:rect l="l" t="t" r="r" b="b"/>
              <a:pathLst>
                <a:path w="1377759" h="802271" extrusionOk="0">
                  <a:moveTo>
                    <a:pt x="1333539" y="512159"/>
                  </a:moveTo>
                  <a:cubicBezTo>
                    <a:pt x="1320715" y="509547"/>
                    <a:pt x="1308208" y="517819"/>
                    <a:pt x="1305586" y="530639"/>
                  </a:cubicBezTo>
                  <a:cubicBezTo>
                    <a:pt x="1302996" y="543457"/>
                    <a:pt x="1311240" y="555968"/>
                    <a:pt x="1324064" y="558589"/>
                  </a:cubicBezTo>
                  <a:cubicBezTo>
                    <a:pt x="1336888" y="561179"/>
                    <a:pt x="1349395" y="552936"/>
                    <a:pt x="1352017" y="540112"/>
                  </a:cubicBezTo>
                  <a:lnTo>
                    <a:pt x="1377759" y="540112"/>
                  </a:lnTo>
                  <a:lnTo>
                    <a:pt x="1377759" y="530636"/>
                  </a:lnTo>
                  <a:lnTo>
                    <a:pt x="1352017" y="530636"/>
                  </a:lnTo>
                  <a:cubicBezTo>
                    <a:pt x="1350122" y="521325"/>
                    <a:pt x="1342857" y="514048"/>
                    <a:pt x="1333539" y="512159"/>
                  </a:cubicBezTo>
                  <a:close/>
                  <a:moveTo>
                    <a:pt x="1328802" y="549588"/>
                  </a:moveTo>
                  <a:cubicBezTo>
                    <a:pt x="1320937" y="549588"/>
                    <a:pt x="1314588" y="543223"/>
                    <a:pt x="1314588" y="535374"/>
                  </a:cubicBezTo>
                  <a:cubicBezTo>
                    <a:pt x="1314588" y="527525"/>
                    <a:pt x="1320937" y="521161"/>
                    <a:pt x="1328802" y="521161"/>
                  </a:cubicBezTo>
                  <a:cubicBezTo>
                    <a:pt x="1336666" y="521161"/>
                    <a:pt x="1343015" y="527525"/>
                    <a:pt x="1343015" y="535374"/>
                  </a:cubicBezTo>
                  <a:cubicBezTo>
                    <a:pt x="1343047" y="543207"/>
                    <a:pt x="1336698" y="549569"/>
                    <a:pt x="1328865" y="549588"/>
                  </a:cubicBezTo>
                  <a:cubicBezTo>
                    <a:pt x="1328833" y="549588"/>
                    <a:pt x="1328833" y="549588"/>
                    <a:pt x="1328802" y="549588"/>
                  </a:cubicBezTo>
                  <a:close/>
                  <a:moveTo>
                    <a:pt x="1096648" y="436354"/>
                  </a:moveTo>
                  <a:cubicBezTo>
                    <a:pt x="1083824" y="438969"/>
                    <a:pt x="1075549" y="451483"/>
                    <a:pt x="1078170" y="464300"/>
                  </a:cubicBezTo>
                  <a:cubicBezTo>
                    <a:pt x="1080792" y="477121"/>
                    <a:pt x="1093300" y="485390"/>
                    <a:pt x="1106124" y="482775"/>
                  </a:cubicBezTo>
                  <a:cubicBezTo>
                    <a:pt x="1118948" y="480156"/>
                    <a:pt x="1127223" y="467645"/>
                    <a:pt x="1124602" y="454825"/>
                  </a:cubicBezTo>
                  <a:cubicBezTo>
                    <a:pt x="1122706" y="445523"/>
                    <a:pt x="1115441" y="438252"/>
                    <a:pt x="1106124" y="436354"/>
                  </a:cubicBezTo>
                  <a:lnTo>
                    <a:pt x="1106124" y="379026"/>
                  </a:lnTo>
                  <a:lnTo>
                    <a:pt x="1030319" y="379026"/>
                  </a:lnTo>
                  <a:lnTo>
                    <a:pt x="1030319" y="172615"/>
                  </a:lnTo>
                  <a:lnTo>
                    <a:pt x="1020843" y="178079"/>
                  </a:lnTo>
                  <a:lnTo>
                    <a:pt x="1020843" y="388502"/>
                  </a:lnTo>
                  <a:lnTo>
                    <a:pt x="1096648" y="388502"/>
                  </a:lnTo>
                  <a:close/>
                  <a:moveTo>
                    <a:pt x="1115599" y="459569"/>
                  </a:moveTo>
                  <a:cubicBezTo>
                    <a:pt x="1115599" y="467418"/>
                    <a:pt x="1109251" y="473782"/>
                    <a:pt x="1101386" y="473782"/>
                  </a:cubicBezTo>
                  <a:cubicBezTo>
                    <a:pt x="1093521" y="473782"/>
                    <a:pt x="1087173" y="467418"/>
                    <a:pt x="1087173" y="459569"/>
                  </a:cubicBezTo>
                  <a:cubicBezTo>
                    <a:pt x="1087173" y="451720"/>
                    <a:pt x="1093521" y="445355"/>
                    <a:pt x="1101386" y="445355"/>
                  </a:cubicBezTo>
                  <a:cubicBezTo>
                    <a:pt x="1109219" y="445337"/>
                    <a:pt x="1115568" y="451673"/>
                    <a:pt x="1115599" y="459506"/>
                  </a:cubicBezTo>
                  <a:cubicBezTo>
                    <a:pt x="1115599" y="459528"/>
                    <a:pt x="1115599" y="459547"/>
                    <a:pt x="1115599" y="459569"/>
                  </a:cubicBezTo>
                  <a:close/>
                  <a:moveTo>
                    <a:pt x="945038" y="464307"/>
                  </a:moveTo>
                  <a:lnTo>
                    <a:pt x="1002365" y="464307"/>
                  </a:lnTo>
                  <a:cubicBezTo>
                    <a:pt x="1004987" y="477124"/>
                    <a:pt x="1017495" y="485396"/>
                    <a:pt x="1030319" y="482778"/>
                  </a:cubicBezTo>
                  <a:cubicBezTo>
                    <a:pt x="1043143" y="480163"/>
                    <a:pt x="1051418" y="467648"/>
                    <a:pt x="1048796" y="454831"/>
                  </a:cubicBezTo>
                  <a:cubicBezTo>
                    <a:pt x="1046175" y="442014"/>
                    <a:pt x="1033667" y="433741"/>
                    <a:pt x="1020843" y="436360"/>
                  </a:cubicBezTo>
                  <a:cubicBezTo>
                    <a:pt x="1011525" y="438258"/>
                    <a:pt x="1004261" y="445529"/>
                    <a:pt x="1002365" y="454831"/>
                  </a:cubicBezTo>
                  <a:lnTo>
                    <a:pt x="954513" y="454831"/>
                  </a:lnTo>
                  <a:lnTo>
                    <a:pt x="954513" y="227416"/>
                  </a:lnTo>
                  <a:lnTo>
                    <a:pt x="935562" y="227416"/>
                  </a:lnTo>
                  <a:lnTo>
                    <a:pt x="919138" y="236891"/>
                  </a:lnTo>
                  <a:lnTo>
                    <a:pt x="945038" y="236891"/>
                  </a:lnTo>
                  <a:close/>
                  <a:moveTo>
                    <a:pt x="1025581" y="445355"/>
                  </a:moveTo>
                  <a:cubicBezTo>
                    <a:pt x="1033446" y="445355"/>
                    <a:pt x="1039794" y="451720"/>
                    <a:pt x="1039794" y="459569"/>
                  </a:cubicBezTo>
                  <a:cubicBezTo>
                    <a:pt x="1039794" y="467418"/>
                    <a:pt x="1033446" y="473782"/>
                    <a:pt x="1025581" y="473782"/>
                  </a:cubicBezTo>
                  <a:cubicBezTo>
                    <a:pt x="1017716" y="473782"/>
                    <a:pt x="1011367" y="467418"/>
                    <a:pt x="1011367" y="459569"/>
                  </a:cubicBezTo>
                  <a:cubicBezTo>
                    <a:pt x="1011336" y="451736"/>
                    <a:pt x="1017684" y="445374"/>
                    <a:pt x="1025518" y="445355"/>
                  </a:cubicBezTo>
                  <a:cubicBezTo>
                    <a:pt x="1025549" y="445355"/>
                    <a:pt x="1025549" y="445355"/>
                    <a:pt x="1025581" y="445355"/>
                  </a:cubicBezTo>
                  <a:close/>
                  <a:moveTo>
                    <a:pt x="1096648" y="331174"/>
                  </a:moveTo>
                  <a:cubicBezTo>
                    <a:pt x="1109472" y="333789"/>
                    <a:pt x="1121980" y="325517"/>
                    <a:pt x="1124602" y="312696"/>
                  </a:cubicBezTo>
                  <a:cubicBezTo>
                    <a:pt x="1127223" y="299876"/>
                    <a:pt x="1118948" y="287359"/>
                    <a:pt x="1106124" y="284743"/>
                  </a:cubicBezTo>
                  <a:lnTo>
                    <a:pt x="1106124" y="128837"/>
                  </a:lnTo>
                  <a:lnTo>
                    <a:pt x="1096648" y="134333"/>
                  </a:lnTo>
                  <a:lnTo>
                    <a:pt x="1096648" y="284743"/>
                  </a:lnTo>
                  <a:cubicBezTo>
                    <a:pt x="1083824" y="287346"/>
                    <a:pt x="1075549" y="299851"/>
                    <a:pt x="1078139" y="312671"/>
                  </a:cubicBezTo>
                  <a:cubicBezTo>
                    <a:pt x="1080034" y="321995"/>
                    <a:pt x="1087331" y="329282"/>
                    <a:pt x="1096648" y="331174"/>
                  </a:cubicBezTo>
                  <a:close/>
                  <a:moveTo>
                    <a:pt x="1101386" y="293745"/>
                  </a:moveTo>
                  <a:cubicBezTo>
                    <a:pt x="1109251" y="293745"/>
                    <a:pt x="1115599" y="300110"/>
                    <a:pt x="1115599" y="307959"/>
                  </a:cubicBezTo>
                  <a:cubicBezTo>
                    <a:pt x="1115599" y="315807"/>
                    <a:pt x="1109251" y="322172"/>
                    <a:pt x="1101386" y="322172"/>
                  </a:cubicBezTo>
                  <a:cubicBezTo>
                    <a:pt x="1093521" y="322172"/>
                    <a:pt x="1087173" y="315807"/>
                    <a:pt x="1087173" y="307959"/>
                  </a:cubicBezTo>
                  <a:cubicBezTo>
                    <a:pt x="1087141" y="300125"/>
                    <a:pt x="1093490" y="293764"/>
                    <a:pt x="1101323" y="293745"/>
                  </a:cubicBezTo>
                  <a:cubicBezTo>
                    <a:pt x="1101354" y="293745"/>
                    <a:pt x="1101354" y="293745"/>
                    <a:pt x="1101386" y="293745"/>
                  </a:cubicBezTo>
                  <a:close/>
                  <a:moveTo>
                    <a:pt x="869233" y="802271"/>
                  </a:moveTo>
                  <a:lnTo>
                    <a:pt x="878708" y="802271"/>
                  </a:lnTo>
                  <a:lnTo>
                    <a:pt x="878708" y="767527"/>
                  </a:lnTo>
                  <a:lnTo>
                    <a:pt x="1377759" y="767527"/>
                  </a:lnTo>
                  <a:lnTo>
                    <a:pt x="1377759" y="758052"/>
                  </a:lnTo>
                  <a:lnTo>
                    <a:pt x="869233" y="758052"/>
                  </a:lnTo>
                  <a:close/>
                  <a:moveTo>
                    <a:pt x="1329307" y="0"/>
                  </a:moveTo>
                  <a:lnTo>
                    <a:pt x="1312882" y="9476"/>
                  </a:lnTo>
                  <a:lnTo>
                    <a:pt x="1377759" y="9476"/>
                  </a:lnTo>
                  <a:lnTo>
                    <a:pt x="1377759" y="0"/>
                  </a:lnTo>
                  <a:close/>
                  <a:moveTo>
                    <a:pt x="1257734" y="57328"/>
                  </a:moveTo>
                  <a:cubicBezTo>
                    <a:pt x="1244910" y="54716"/>
                    <a:pt x="1232403" y="62988"/>
                    <a:pt x="1229781" y="75808"/>
                  </a:cubicBezTo>
                  <a:cubicBezTo>
                    <a:pt x="1227191" y="88626"/>
                    <a:pt x="1235435" y="101137"/>
                    <a:pt x="1248259" y="103752"/>
                  </a:cubicBezTo>
                  <a:cubicBezTo>
                    <a:pt x="1261082" y="106364"/>
                    <a:pt x="1273590" y="98095"/>
                    <a:pt x="1276212" y="85281"/>
                  </a:cubicBezTo>
                  <a:lnTo>
                    <a:pt x="1377759" y="85281"/>
                  </a:lnTo>
                  <a:lnTo>
                    <a:pt x="1377759" y="75805"/>
                  </a:lnTo>
                  <a:lnTo>
                    <a:pt x="1276212" y="75805"/>
                  </a:lnTo>
                  <a:cubicBezTo>
                    <a:pt x="1274317" y="66494"/>
                    <a:pt x="1267052" y="59216"/>
                    <a:pt x="1257734" y="57328"/>
                  </a:cubicBezTo>
                  <a:close/>
                  <a:moveTo>
                    <a:pt x="1252996" y="94756"/>
                  </a:moveTo>
                  <a:cubicBezTo>
                    <a:pt x="1245132" y="94756"/>
                    <a:pt x="1238783" y="88392"/>
                    <a:pt x="1238783" y="80543"/>
                  </a:cubicBezTo>
                  <a:cubicBezTo>
                    <a:pt x="1238783" y="72694"/>
                    <a:pt x="1245132" y="66330"/>
                    <a:pt x="1252996" y="66330"/>
                  </a:cubicBezTo>
                  <a:cubicBezTo>
                    <a:pt x="1260861" y="66330"/>
                    <a:pt x="1267210" y="72694"/>
                    <a:pt x="1267210" y="80543"/>
                  </a:cubicBezTo>
                  <a:cubicBezTo>
                    <a:pt x="1267241" y="88376"/>
                    <a:pt x="1260893" y="94738"/>
                    <a:pt x="1253060" y="94756"/>
                  </a:cubicBezTo>
                  <a:cubicBezTo>
                    <a:pt x="1253028" y="94756"/>
                    <a:pt x="1253028" y="94756"/>
                    <a:pt x="1252996" y="94756"/>
                  </a:cubicBezTo>
                  <a:close/>
                  <a:moveTo>
                    <a:pt x="1172453" y="482784"/>
                  </a:moveTo>
                  <a:cubicBezTo>
                    <a:pt x="1185277" y="485399"/>
                    <a:pt x="1197785" y="477127"/>
                    <a:pt x="1200407" y="464307"/>
                  </a:cubicBezTo>
                  <a:cubicBezTo>
                    <a:pt x="1203028" y="451486"/>
                    <a:pt x="1194753" y="438969"/>
                    <a:pt x="1181929" y="436354"/>
                  </a:cubicBezTo>
                  <a:lnTo>
                    <a:pt x="1181929" y="85091"/>
                  </a:lnTo>
                  <a:lnTo>
                    <a:pt x="1172453" y="90556"/>
                  </a:lnTo>
                  <a:lnTo>
                    <a:pt x="1172453" y="436354"/>
                  </a:lnTo>
                  <a:cubicBezTo>
                    <a:pt x="1159629" y="438956"/>
                    <a:pt x="1151354" y="451461"/>
                    <a:pt x="1153944" y="464281"/>
                  </a:cubicBezTo>
                  <a:cubicBezTo>
                    <a:pt x="1155839" y="473605"/>
                    <a:pt x="1163136" y="480892"/>
                    <a:pt x="1172453" y="482784"/>
                  </a:cubicBezTo>
                  <a:close/>
                  <a:moveTo>
                    <a:pt x="1177191" y="445355"/>
                  </a:moveTo>
                  <a:cubicBezTo>
                    <a:pt x="1185056" y="445355"/>
                    <a:pt x="1191405" y="451720"/>
                    <a:pt x="1191405" y="459569"/>
                  </a:cubicBezTo>
                  <a:cubicBezTo>
                    <a:pt x="1191405" y="467418"/>
                    <a:pt x="1185056" y="473782"/>
                    <a:pt x="1177191" y="473782"/>
                  </a:cubicBezTo>
                  <a:cubicBezTo>
                    <a:pt x="1169326" y="473782"/>
                    <a:pt x="1162978" y="467418"/>
                    <a:pt x="1162978" y="459569"/>
                  </a:cubicBezTo>
                  <a:cubicBezTo>
                    <a:pt x="1162946" y="451736"/>
                    <a:pt x="1169295" y="445374"/>
                    <a:pt x="1177128" y="445355"/>
                  </a:cubicBezTo>
                  <a:cubicBezTo>
                    <a:pt x="1177160" y="445355"/>
                    <a:pt x="1177160" y="445355"/>
                    <a:pt x="1177191" y="445355"/>
                  </a:cubicBezTo>
                  <a:close/>
                  <a:moveTo>
                    <a:pt x="1305586" y="454831"/>
                  </a:moveTo>
                  <a:cubicBezTo>
                    <a:pt x="1302965" y="467652"/>
                    <a:pt x="1311240" y="480163"/>
                    <a:pt x="1324064" y="482775"/>
                  </a:cubicBezTo>
                  <a:cubicBezTo>
                    <a:pt x="1336888" y="485387"/>
                    <a:pt x="1349395" y="477115"/>
                    <a:pt x="1352017" y="464294"/>
                  </a:cubicBezTo>
                  <a:cubicBezTo>
                    <a:pt x="1354607" y="451480"/>
                    <a:pt x="1346363" y="438972"/>
                    <a:pt x="1333539" y="436354"/>
                  </a:cubicBezTo>
                  <a:lnTo>
                    <a:pt x="1333539" y="179563"/>
                  </a:lnTo>
                  <a:cubicBezTo>
                    <a:pt x="1346363" y="176948"/>
                    <a:pt x="1354638" y="164434"/>
                    <a:pt x="1352017" y="151617"/>
                  </a:cubicBezTo>
                  <a:cubicBezTo>
                    <a:pt x="1349395" y="138796"/>
                    <a:pt x="1336888" y="130527"/>
                    <a:pt x="1324064" y="133142"/>
                  </a:cubicBezTo>
                  <a:cubicBezTo>
                    <a:pt x="1311240" y="135761"/>
                    <a:pt x="1302965" y="148272"/>
                    <a:pt x="1305586" y="161092"/>
                  </a:cubicBezTo>
                  <a:cubicBezTo>
                    <a:pt x="1307481" y="170394"/>
                    <a:pt x="1314746" y="177665"/>
                    <a:pt x="1324064" y="179563"/>
                  </a:cubicBezTo>
                  <a:lnTo>
                    <a:pt x="1324064" y="436354"/>
                  </a:lnTo>
                  <a:cubicBezTo>
                    <a:pt x="1314746" y="438242"/>
                    <a:pt x="1307481" y="445520"/>
                    <a:pt x="1305586" y="454831"/>
                  </a:cubicBezTo>
                  <a:close/>
                  <a:moveTo>
                    <a:pt x="1314588" y="156348"/>
                  </a:moveTo>
                  <a:cubicBezTo>
                    <a:pt x="1314588" y="148499"/>
                    <a:pt x="1320937" y="142135"/>
                    <a:pt x="1328802" y="142135"/>
                  </a:cubicBezTo>
                  <a:cubicBezTo>
                    <a:pt x="1336666" y="142135"/>
                    <a:pt x="1343015" y="148499"/>
                    <a:pt x="1343015" y="156348"/>
                  </a:cubicBezTo>
                  <a:cubicBezTo>
                    <a:pt x="1343015" y="164197"/>
                    <a:pt x="1336666" y="170562"/>
                    <a:pt x="1328802" y="170562"/>
                  </a:cubicBezTo>
                  <a:cubicBezTo>
                    <a:pt x="1320968" y="170581"/>
                    <a:pt x="1314620" y="164245"/>
                    <a:pt x="1314588" y="156411"/>
                  </a:cubicBezTo>
                  <a:cubicBezTo>
                    <a:pt x="1314588" y="156389"/>
                    <a:pt x="1314588" y="156370"/>
                    <a:pt x="1314588" y="156348"/>
                  </a:cubicBezTo>
                  <a:close/>
                  <a:moveTo>
                    <a:pt x="1328802" y="445355"/>
                  </a:moveTo>
                  <a:cubicBezTo>
                    <a:pt x="1336666" y="445355"/>
                    <a:pt x="1343015" y="451720"/>
                    <a:pt x="1343015" y="459569"/>
                  </a:cubicBezTo>
                  <a:cubicBezTo>
                    <a:pt x="1343015" y="467418"/>
                    <a:pt x="1336666" y="473782"/>
                    <a:pt x="1328802" y="473782"/>
                  </a:cubicBezTo>
                  <a:cubicBezTo>
                    <a:pt x="1320937" y="473782"/>
                    <a:pt x="1314588" y="467418"/>
                    <a:pt x="1314588" y="459569"/>
                  </a:cubicBezTo>
                  <a:cubicBezTo>
                    <a:pt x="1314556" y="451736"/>
                    <a:pt x="1320905" y="445374"/>
                    <a:pt x="1328738" y="445355"/>
                  </a:cubicBezTo>
                  <a:cubicBezTo>
                    <a:pt x="1328770" y="445355"/>
                    <a:pt x="1328770" y="445355"/>
                    <a:pt x="1328802" y="445355"/>
                  </a:cubicBezTo>
                  <a:close/>
                  <a:moveTo>
                    <a:pt x="972991" y="530636"/>
                  </a:moveTo>
                  <a:cubicBezTo>
                    <a:pt x="970369" y="517819"/>
                    <a:pt x="957862" y="509547"/>
                    <a:pt x="945038" y="512165"/>
                  </a:cubicBezTo>
                  <a:cubicBezTo>
                    <a:pt x="932214" y="514780"/>
                    <a:pt x="923939" y="527295"/>
                    <a:pt x="926560" y="540112"/>
                  </a:cubicBezTo>
                  <a:cubicBezTo>
                    <a:pt x="929182" y="552936"/>
                    <a:pt x="941690" y="561211"/>
                    <a:pt x="954513" y="558589"/>
                  </a:cubicBezTo>
                  <a:cubicBezTo>
                    <a:pt x="963831" y="556694"/>
                    <a:pt x="971096" y="549414"/>
                    <a:pt x="972991" y="540112"/>
                  </a:cubicBezTo>
                  <a:lnTo>
                    <a:pt x="1257734" y="540112"/>
                  </a:lnTo>
                  <a:lnTo>
                    <a:pt x="1257734" y="179563"/>
                  </a:lnTo>
                  <a:cubicBezTo>
                    <a:pt x="1270558" y="176948"/>
                    <a:pt x="1278833" y="164434"/>
                    <a:pt x="1276212" y="151617"/>
                  </a:cubicBezTo>
                  <a:cubicBezTo>
                    <a:pt x="1273590" y="138796"/>
                    <a:pt x="1261082" y="130527"/>
                    <a:pt x="1248259" y="133142"/>
                  </a:cubicBezTo>
                  <a:cubicBezTo>
                    <a:pt x="1235435" y="135761"/>
                    <a:pt x="1227160" y="148272"/>
                    <a:pt x="1229781" y="161092"/>
                  </a:cubicBezTo>
                  <a:cubicBezTo>
                    <a:pt x="1231676" y="170394"/>
                    <a:pt x="1238941" y="177665"/>
                    <a:pt x="1248259" y="179563"/>
                  </a:cubicBezTo>
                  <a:lnTo>
                    <a:pt x="1248259" y="530636"/>
                  </a:lnTo>
                  <a:close/>
                  <a:moveTo>
                    <a:pt x="949776" y="549588"/>
                  </a:moveTo>
                  <a:cubicBezTo>
                    <a:pt x="941911" y="549588"/>
                    <a:pt x="935562" y="543223"/>
                    <a:pt x="935562" y="535374"/>
                  </a:cubicBezTo>
                  <a:cubicBezTo>
                    <a:pt x="935562" y="527525"/>
                    <a:pt x="941911" y="521161"/>
                    <a:pt x="949776" y="521161"/>
                  </a:cubicBezTo>
                  <a:cubicBezTo>
                    <a:pt x="957640" y="521161"/>
                    <a:pt x="963989" y="527525"/>
                    <a:pt x="963989" y="535374"/>
                  </a:cubicBezTo>
                  <a:cubicBezTo>
                    <a:pt x="964021" y="543207"/>
                    <a:pt x="957672" y="549569"/>
                    <a:pt x="949839" y="549588"/>
                  </a:cubicBezTo>
                  <a:cubicBezTo>
                    <a:pt x="949807" y="549588"/>
                    <a:pt x="949807" y="549588"/>
                    <a:pt x="949776" y="549588"/>
                  </a:cubicBezTo>
                  <a:close/>
                  <a:moveTo>
                    <a:pt x="1238783" y="156348"/>
                  </a:moveTo>
                  <a:cubicBezTo>
                    <a:pt x="1238783" y="148499"/>
                    <a:pt x="1245132" y="142135"/>
                    <a:pt x="1252996" y="142135"/>
                  </a:cubicBezTo>
                  <a:cubicBezTo>
                    <a:pt x="1260861" y="142135"/>
                    <a:pt x="1267210" y="148499"/>
                    <a:pt x="1267210" y="156348"/>
                  </a:cubicBezTo>
                  <a:cubicBezTo>
                    <a:pt x="1267210" y="164197"/>
                    <a:pt x="1260861" y="170562"/>
                    <a:pt x="1252996" y="170562"/>
                  </a:cubicBezTo>
                  <a:cubicBezTo>
                    <a:pt x="1245163" y="170581"/>
                    <a:pt x="1238815" y="164245"/>
                    <a:pt x="1238783" y="156411"/>
                  </a:cubicBezTo>
                  <a:cubicBezTo>
                    <a:pt x="1238783" y="156389"/>
                    <a:pt x="1238783" y="156370"/>
                    <a:pt x="1238783" y="156348"/>
                  </a:cubicBezTo>
                  <a:close/>
                  <a:moveTo>
                    <a:pt x="717622" y="530636"/>
                  </a:moveTo>
                  <a:lnTo>
                    <a:pt x="669771" y="530636"/>
                  </a:lnTo>
                  <a:cubicBezTo>
                    <a:pt x="667149" y="517819"/>
                    <a:pt x="654641" y="509547"/>
                    <a:pt x="641817" y="512165"/>
                  </a:cubicBezTo>
                  <a:cubicBezTo>
                    <a:pt x="628993" y="514780"/>
                    <a:pt x="620718" y="527295"/>
                    <a:pt x="623339" y="540112"/>
                  </a:cubicBezTo>
                  <a:cubicBezTo>
                    <a:pt x="625961" y="552936"/>
                    <a:pt x="638469" y="561211"/>
                    <a:pt x="651293" y="558589"/>
                  </a:cubicBezTo>
                  <a:cubicBezTo>
                    <a:pt x="660610" y="556694"/>
                    <a:pt x="667875" y="549414"/>
                    <a:pt x="669771" y="540112"/>
                  </a:cubicBezTo>
                  <a:lnTo>
                    <a:pt x="727098" y="540112"/>
                  </a:lnTo>
                  <a:lnTo>
                    <a:pt x="727098" y="419740"/>
                  </a:lnTo>
                  <a:lnTo>
                    <a:pt x="681425" y="374067"/>
                  </a:lnTo>
                  <a:lnTo>
                    <a:pt x="672961" y="378931"/>
                  </a:lnTo>
                  <a:lnTo>
                    <a:pt x="717622" y="423593"/>
                  </a:lnTo>
                  <a:close/>
                  <a:moveTo>
                    <a:pt x="646555" y="549588"/>
                  </a:moveTo>
                  <a:cubicBezTo>
                    <a:pt x="638690" y="549588"/>
                    <a:pt x="632341" y="543223"/>
                    <a:pt x="632341" y="535374"/>
                  </a:cubicBezTo>
                  <a:cubicBezTo>
                    <a:pt x="632341" y="527525"/>
                    <a:pt x="638690" y="521161"/>
                    <a:pt x="646555" y="521161"/>
                  </a:cubicBezTo>
                  <a:cubicBezTo>
                    <a:pt x="654420" y="521161"/>
                    <a:pt x="660768" y="527525"/>
                    <a:pt x="660768" y="535374"/>
                  </a:cubicBezTo>
                  <a:cubicBezTo>
                    <a:pt x="660800" y="543207"/>
                    <a:pt x="654451" y="549569"/>
                    <a:pt x="646618" y="549588"/>
                  </a:cubicBezTo>
                  <a:cubicBezTo>
                    <a:pt x="646587" y="549588"/>
                    <a:pt x="646587" y="549588"/>
                    <a:pt x="646555" y="549588"/>
                  </a:cubicBezTo>
                  <a:close/>
                  <a:moveTo>
                    <a:pt x="414402" y="802271"/>
                  </a:moveTo>
                  <a:lnTo>
                    <a:pt x="423877" y="802271"/>
                  </a:lnTo>
                  <a:lnTo>
                    <a:pt x="423877" y="615917"/>
                  </a:lnTo>
                  <a:lnTo>
                    <a:pt x="490207" y="615917"/>
                  </a:lnTo>
                  <a:lnTo>
                    <a:pt x="490207" y="802271"/>
                  </a:lnTo>
                  <a:lnTo>
                    <a:pt x="499682" y="802271"/>
                  </a:lnTo>
                  <a:lnTo>
                    <a:pt x="499682" y="606441"/>
                  </a:lnTo>
                  <a:lnTo>
                    <a:pt x="414402" y="606441"/>
                  </a:lnTo>
                  <a:close/>
                  <a:moveTo>
                    <a:pt x="393808" y="540112"/>
                  </a:moveTo>
                  <a:lnTo>
                    <a:pt x="566012" y="540112"/>
                  </a:lnTo>
                  <a:lnTo>
                    <a:pt x="566012" y="802271"/>
                  </a:lnTo>
                  <a:lnTo>
                    <a:pt x="575488" y="802271"/>
                  </a:lnTo>
                  <a:lnTo>
                    <a:pt x="575488" y="530636"/>
                  </a:lnTo>
                  <a:lnTo>
                    <a:pt x="410200" y="530636"/>
                  </a:lnTo>
                  <a:close/>
                  <a:moveTo>
                    <a:pt x="878708" y="343966"/>
                  </a:moveTo>
                  <a:lnTo>
                    <a:pt x="825581" y="290839"/>
                  </a:lnTo>
                  <a:lnTo>
                    <a:pt x="817148" y="295672"/>
                  </a:lnTo>
                  <a:lnTo>
                    <a:pt x="869233" y="347756"/>
                  </a:lnTo>
                  <a:lnTo>
                    <a:pt x="869233" y="615917"/>
                  </a:lnTo>
                  <a:lnTo>
                    <a:pt x="1377759" y="615917"/>
                  </a:lnTo>
                  <a:lnTo>
                    <a:pt x="1377759" y="606441"/>
                  </a:lnTo>
                  <a:lnTo>
                    <a:pt x="878708" y="606441"/>
                  </a:lnTo>
                  <a:close/>
                  <a:moveTo>
                    <a:pt x="727098" y="739574"/>
                  </a:moveTo>
                  <a:lnTo>
                    <a:pt x="727098" y="682247"/>
                  </a:lnTo>
                  <a:lnTo>
                    <a:pt x="641817" y="682247"/>
                  </a:lnTo>
                  <a:lnTo>
                    <a:pt x="641817" y="802271"/>
                  </a:lnTo>
                  <a:lnTo>
                    <a:pt x="651293" y="802271"/>
                  </a:lnTo>
                  <a:lnTo>
                    <a:pt x="651293" y="691722"/>
                  </a:lnTo>
                  <a:lnTo>
                    <a:pt x="717622" y="691722"/>
                  </a:lnTo>
                  <a:lnTo>
                    <a:pt x="717622" y="739574"/>
                  </a:lnTo>
                  <a:cubicBezTo>
                    <a:pt x="704798" y="742196"/>
                    <a:pt x="696523" y="754704"/>
                    <a:pt x="699144" y="767527"/>
                  </a:cubicBezTo>
                  <a:cubicBezTo>
                    <a:pt x="701766" y="780351"/>
                    <a:pt x="714274" y="788627"/>
                    <a:pt x="727098" y="786005"/>
                  </a:cubicBezTo>
                  <a:cubicBezTo>
                    <a:pt x="739922" y="783383"/>
                    <a:pt x="748197" y="770876"/>
                    <a:pt x="745576" y="758052"/>
                  </a:cubicBezTo>
                  <a:cubicBezTo>
                    <a:pt x="743680" y="748734"/>
                    <a:pt x="736415" y="741469"/>
                    <a:pt x="727098" y="739574"/>
                  </a:cubicBezTo>
                  <a:close/>
                  <a:moveTo>
                    <a:pt x="722360" y="777003"/>
                  </a:moveTo>
                  <a:cubicBezTo>
                    <a:pt x="714495" y="777003"/>
                    <a:pt x="708147" y="770654"/>
                    <a:pt x="708147" y="762790"/>
                  </a:cubicBezTo>
                  <a:cubicBezTo>
                    <a:pt x="708147" y="754925"/>
                    <a:pt x="714495" y="748576"/>
                    <a:pt x="722360" y="748576"/>
                  </a:cubicBezTo>
                  <a:cubicBezTo>
                    <a:pt x="730225" y="748576"/>
                    <a:pt x="736574" y="754925"/>
                    <a:pt x="736574" y="762790"/>
                  </a:cubicBezTo>
                  <a:cubicBezTo>
                    <a:pt x="736605" y="770623"/>
                    <a:pt x="730256" y="776971"/>
                    <a:pt x="722423" y="777003"/>
                  </a:cubicBezTo>
                  <a:cubicBezTo>
                    <a:pt x="722392" y="777003"/>
                    <a:pt x="722392" y="777003"/>
                    <a:pt x="722360" y="777003"/>
                  </a:cubicBezTo>
                  <a:close/>
                  <a:moveTo>
                    <a:pt x="793427" y="802271"/>
                  </a:moveTo>
                  <a:lnTo>
                    <a:pt x="802903" y="802271"/>
                  </a:lnTo>
                  <a:lnTo>
                    <a:pt x="802903" y="691722"/>
                  </a:lnTo>
                  <a:lnTo>
                    <a:pt x="1377759" y="691722"/>
                  </a:lnTo>
                  <a:lnTo>
                    <a:pt x="1377759" y="682247"/>
                  </a:lnTo>
                  <a:lnTo>
                    <a:pt x="793427" y="682247"/>
                  </a:lnTo>
                  <a:close/>
                  <a:moveTo>
                    <a:pt x="669771" y="615917"/>
                  </a:moveTo>
                  <a:lnTo>
                    <a:pt x="802903" y="615917"/>
                  </a:lnTo>
                  <a:lnTo>
                    <a:pt x="802903" y="381837"/>
                  </a:lnTo>
                  <a:lnTo>
                    <a:pt x="753504" y="332437"/>
                  </a:lnTo>
                  <a:lnTo>
                    <a:pt x="745038" y="337333"/>
                  </a:lnTo>
                  <a:lnTo>
                    <a:pt x="793427" y="385690"/>
                  </a:lnTo>
                  <a:lnTo>
                    <a:pt x="793427" y="606441"/>
                  </a:lnTo>
                  <a:lnTo>
                    <a:pt x="669771" y="606441"/>
                  </a:lnTo>
                  <a:cubicBezTo>
                    <a:pt x="667149" y="593618"/>
                    <a:pt x="654641" y="585342"/>
                    <a:pt x="641817" y="587964"/>
                  </a:cubicBezTo>
                  <a:cubicBezTo>
                    <a:pt x="628993" y="590585"/>
                    <a:pt x="620718" y="603093"/>
                    <a:pt x="623339" y="615917"/>
                  </a:cubicBezTo>
                  <a:cubicBezTo>
                    <a:pt x="625961" y="628741"/>
                    <a:pt x="638469" y="637016"/>
                    <a:pt x="651293" y="634395"/>
                  </a:cubicBezTo>
                  <a:cubicBezTo>
                    <a:pt x="660610" y="632499"/>
                    <a:pt x="667875" y="625235"/>
                    <a:pt x="669771" y="615917"/>
                  </a:cubicBezTo>
                  <a:close/>
                  <a:moveTo>
                    <a:pt x="632341" y="611179"/>
                  </a:moveTo>
                  <a:cubicBezTo>
                    <a:pt x="632341" y="603315"/>
                    <a:pt x="638690" y="596966"/>
                    <a:pt x="646555" y="596966"/>
                  </a:cubicBezTo>
                  <a:cubicBezTo>
                    <a:pt x="654420" y="596966"/>
                    <a:pt x="660768" y="603315"/>
                    <a:pt x="660768" y="611179"/>
                  </a:cubicBezTo>
                  <a:cubicBezTo>
                    <a:pt x="660768" y="619044"/>
                    <a:pt x="654420" y="625393"/>
                    <a:pt x="646555" y="625393"/>
                  </a:cubicBezTo>
                  <a:cubicBezTo>
                    <a:pt x="638722" y="625424"/>
                    <a:pt x="632373" y="619076"/>
                    <a:pt x="632341" y="611243"/>
                  </a:cubicBezTo>
                  <a:cubicBezTo>
                    <a:pt x="632341" y="611211"/>
                    <a:pt x="632341" y="611211"/>
                    <a:pt x="632341" y="611179"/>
                  </a:cubicBezTo>
                  <a:close/>
                  <a:moveTo>
                    <a:pt x="47252" y="740206"/>
                  </a:moveTo>
                  <a:lnTo>
                    <a:pt x="16993" y="757673"/>
                  </a:lnTo>
                  <a:lnTo>
                    <a:pt x="16993" y="758052"/>
                  </a:lnTo>
                  <a:lnTo>
                    <a:pt x="16424" y="758052"/>
                  </a:lnTo>
                  <a:lnTo>
                    <a:pt x="0" y="767527"/>
                  </a:lnTo>
                  <a:lnTo>
                    <a:pt x="16993" y="767527"/>
                  </a:lnTo>
                  <a:cubicBezTo>
                    <a:pt x="19614" y="780351"/>
                    <a:pt x="32122" y="788627"/>
                    <a:pt x="44946" y="786005"/>
                  </a:cubicBezTo>
                  <a:cubicBezTo>
                    <a:pt x="57770" y="783383"/>
                    <a:pt x="66045" y="770876"/>
                    <a:pt x="63423" y="758052"/>
                  </a:cubicBezTo>
                  <a:cubicBezTo>
                    <a:pt x="61687" y="749618"/>
                    <a:pt x="55558" y="742796"/>
                    <a:pt x="47347" y="740206"/>
                  </a:cubicBezTo>
                  <a:close/>
                  <a:moveTo>
                    <a:pt x="40113" y="777003"/>
                  </a:moveTo>
                  <a:cubicBezTo>
                    <a:pt x="32249" y="777003"/>
                    <a:pt x="25900" y="770654"/>
                    <a:pt x="25900" y="762790"/>
                  </a:cubicBezTo>
                  <a:cubicBezTo>
                    <a:pt x="25900" y="754925"/>
                    <a:pt x="32249" y="748576"/>
                    <a:pt x="40113" y="748576"/>
                  </a:cubicBezTo>
                  <a:cubicBezTo>
                    <a:pt x="47978" y="748576"/>
                    <a:pt x="54327" y="754925"/>
                    <a:pt x="54327" y="762790"/>
                  </a:cubicBezTo>
                  <a:cubicBezTo>
                    <a:pt x="54359" y="770623"/>
                    <a:pt x="48010" y="776971"/>
                    <a:pt x="40177" y="777003"/>
                  </a:cubicBezTo>
                  <a:cubicBezTo>
                    <a:pt x="40145" y="777003"/>
                    <a:pt x="40145" y="777003"/>
                    <a:pt x="40113" y="777003"/>
                  </a:cubicBezTo>
                  <a:close/>
                  <a:moveTo>
                    <a:pt x="262507" y="615917"/>
                  </a:moveTo>
                  <a:lnTo>
                    <a:pt x="338596" y="615917"/>
                  </a:lnTo>
                  <a:lnTo>
                    <a:pt x="338596" y="802271"/>
                  </a:lnTo>
                  <a:lnTo>
                    <a:pt x="348072" y="802271"/>
                  </a:lnTo>
                  <a:lnTo>
                    <a:pt x="348072" y="606441"/>
                  </a:lnTo>
                  <a:lnTo>
                    <a:pt x="278900" y="606441"/>
                  </a:lnTo>
                  <a:close/>
                  <a:moveTo>
                    <a:pt x="641817" y="482784"/>
                  </a:moveTo>
                  <a:cubicBezTo>
                    <a:pt x="654641" y="485396"/>
                    <a:pt x="667149" y="477124"/>
                    <a:pt x="669771" y="464304"/>
                  </a:cubicBezTo>
                  <a:cubicBezTo>
                    <a:pt x="672360" y="451486"/>
                    <a:pt x="664117" y="438975"/>
                    <a:pt x="651293" y="436360"/>
                  </a:cubicBezTo>
                  <a:cubicBezTo>
                    <a:pt x="638469" y="433748"/>
                    <a:pt x="625961" y="442017"/>
                    <a:pt x="623339" y="454831"/>
                  </a:cubicBezTo>
                  <a:lnTo>
                    <a:pt x="541502" y="454831"/>
                  </a:lnTo>
                  <a:lnTo>
                    <a:pt x="525109" y="464307"/>
                  </a:lnTo>
                  <a:lnTo>
                    <a:pt x="623339" y="464307"/>
                  </a:lnTo>
                  <a:cubicBezTo>
                    <a:pt x="625235" y="473618"/>
                    <a:pt x="632500" y="480895"/>
                    <a:pt x="641817" y="482784"/>
                  </a:cubicBezTo>
                  <a:close/>
                  <a:moveTo>
                    <a:pt x="646555" y="445355"/>
                  </a:moveTo>
                  <a:cubicBezTo>
                    <a:pt x="654420" y="445355"/>
                    <a:pt x="660768" y="451720"/>
                    <a:pt x="660768" y="459569"/>
                  </a:cubicBezTo>
                  <a:cubicBezTo>
                    <a:pt x="660768" y="467418"/>
                    <a:pt x="654420" y="473782"/>
                    <a:pt x="646555" y="473782"/>
                  </a:cubicBezTo>
                  <a:cubicBezTo>
                    <a:pt x="638690" y="473782"/>
                    <a:pt x="632341" y="467418"/>
                    <a:pt x="632341" y="459569"/>
                  </a:cubicBezTo>
                  <a:cubicBezTo>
                    <a:pt x="632310" y="451736"/>
                    <a:pt x="638659" y="445374"/>
                    <a:pt x="646492" y="445355"/>
                  </a:cubicBezTo>
                  <a:cubicBezTo>
                    <a:pt x="646523" y="445355"/>
                    <a:pt x="646523" y="445355"/>
                    <a:pt x="646555" y="445355"/>
                  </a:cubicBezTo>
                  <a:close/>
                  <a:moveTo>
                    <a:pt x="111181" y="802271"/>
                  </a:moveTo>
                  <a:lnTo>
                    <a:pt x="120656" y="802271"/>
                  </a:lnTo>
                  <a:lnTo>
                    <a:pt x="120656" y="767527"/>
                  </a:lnTo>
                  <a:lnTo>
                    <a:pt x="186986" y="767527"/>
                  </a:lnTo>
                  <a:lnTo>
                    <a:pt x="186986" y="802271"/>
                  </a:lnTo>
                  <a:lnTo>
                    <a:pt x="196462" y="802271"/>
                  </a:lnTo>
                  <a:lnTo>
                    <a:pt x="196462" y="758052"/>
                  </a:lnTo>
                  <a:lnTo>
                    <a:pt x="111181" y="758052"/>
                  </a:lnTo>
                  <a:close/>
                  <a:moveTo>
                    <a:pt x="131206" y="691722"/>
                  </a:moveTo>
                  <a:lnTo>
                    <a:pt x="262791" y="691722"/>
                  </a:lnTo>
                  <a:lnTo>
                    <a:pt x="262791" y="802271"/>
                  </a:lnTo>
                  <a:lnTo>
                    <a:pt x="272267" y="802271"/>
                  </a:lnTo>
                  <a:lnTo>
                    <a:pt x="272267" y="682247"/>
                  </a:lnTo>
                  <a:lnTo>
                    <a:pt x="147631" y="682247"/>
                  </a:lnTo>
                  <a:close/>
                </a:path>
              </a:pathLst>
            </a:custGeom>
            <a:solidFill>
              <a:srgbClr val="00226D">
                <a:alpha val="1788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7" name="Google Shape;177;p21"/>
          <p:cNvSpPr txBox="1">
            <a:spLocks noGrp="1"/>
          </p:cNvSpPr>
          <p:nvPr>
            <p:ph type="title"/>
          </p:nvPr>
        </p:nvSpPr>
        <p:spPr>
          <a:xfrm>
            <a:off x="3516284" y="232756"/>
            <a:ext cx="3740726" cy="482139"/>
          </a:xfrm>
          <a:prstGeom prst="rect">
            <a:avLst/>
          </a:prstGeom>
        </p:spPr>
        <p:txBody>
          <a:bodyPr spcFirstLastPara="1" wrap="square" lIns="0" tIns="0" rIns="0" bIns="0" anchor="t" anchorCtr="0">
            <a:noAutofit/>
          </a:bodyPr>
          <a:lstStyle/>
          <a:p>
            <a:pPr lvl="0"/>
            <a:r>
              <a:rPr lang="en-US" sz="2400" dirty="0">
                <a:solidFill>
                  <a:srgbClr val="FFFF00"/>
                </a:solidFill>
                <a:latin typeface="Times New Roman" panose="02020603050405020304" pitchFamily="18" charset="0"/>
                <a:cs typeface="Times New Roman" panose="02020603050405020304" pitchFamily="18" charset="0"/>
              </a:rPr>
              <a:t>FUNCTIONALITIES</a:t>
            </a:r>
            <a:endParaRPr sz="2400" dirty="0">
              <a:solidFill>
                <a:srgbClr val="FFFF00"/>
              </a:solidFill>
              <a:latin typeface="Times New Roman" panose="02020603050405020304" pitchFamily="18" charset="0"/>
              <a:cs typeface="Times New Roman" panose="02020603050405020304" pitchFamily="18" charset="0"/>
            </a:endParaRPr>
          </a:p>
        </p:txBody>
      </p:sp>
      <p:sp>
        <p:nvSpPr>
          <p:cNvPr id="178" name="Google Shape;178;p21"/>
          <p:cNvSpPr txBox="1">
            <a:spLocks noGrp="1"/>
          </p:cNvSpPr>
          <p:nvPr>
            <p:ph type="body" idx="1"/>
          </p:nvPr>
        </p:nvSpPr>
        <p:spPr>
          <a:xfrm>
            <a:off x="58189" y="548640"/>
            <a:ext cx="8971095" cy="4317581"/>
          </a:xfrm>
          <a:prstGeom prst="rect">
            <a:avLst/>
          </a:prstGeom>
        </p:spPr>
        <p:txBody>
          <a:bodyPr spcFirstLastPara="1" wrap="square" lIns="0" tIns="0" rIns="0" bIns="0" anchor="t" anchorCtr="0">
            <a:noAutofit/>
          </a:bodyPr>
          <a:lstStyle/>
          <a:p>
            <a:pPr marL="342900" lvl="0" indent="-342900" algn="l" rtl="0">
              <a:spcBef>
                <a:spcPts val="0"/>
              </a:spcBef>
              <a:spcAft>
                <a:spcPts val="1000"/>
              </a:spcAft>
              <a:buClr>
                <a:srgbClr val="FF0000"/>
              </a:buClr>
              <a:buSzPct val="131000"/>
              <a:buFont typeface="Titillium Web" panose="020B0604020202020204" charset="0"/>
              <a:buChar char="•"/>
            </a:pPr>
            <a:endParaRPr lang="en" sz="2000" dirty="0"/>
          </a:p>
          <a:p>
            <a:pPr marL="342900" lvl="0" indent="-342900" algn="l" rtl="0">
              <a:spcBef>
                <a:spcPts val="0"/>
              </a:spcBef>
              <a:spcAft>
                <a:spcPts val="1000"/>
              </a:spcAft>
              <a:buClr>
                <a:srgbClr val="FF0000"/>
              </a:buClr>
              <a:buSzPct val="131000"/>
              <a:buFont typeface="Arial" panose="020B0604020202020204" pitchFamily="34" charset="0"/>
              <a:buChar char="•"/>
            </a:pPr>
            <a:r>
              <a:rPr lang="en-US" sz="1800" dirty="0" smtClean="0">
                <a:solidFill>
                  <a:schemeClr val="bg1">
                    <a:lumMod val="95000"/>
                    <a:lumOff val="5000"/>
                  </a:schemeClr>
                </a:solidFill>
                <a:latin typeface="Times New Roman" panose="02020603050405020304" pitchFamily="18" charset="0"/>
                <a:cs typeface="Times New Roman" panose="02020603050405020304" pitchFamily="18" charset="0"/>
              </a:rPr>
              <a:t>PROVIDES THE SEATCHING FACILITIES BASED ON VARIOUS FACTORS SUCH AS USERS ,PHOTOS,VIDEOS.</a:t>
            </a:r>
          </a:p>
          <a:p>
            <a:pPr marL="342900" lvl="0" indent="-342900" algn="l" rtl="0">
              <a:spcBef>
                <a:spcPts val="0"/>
              </a:spcBef>
              <a:spcAft>
                <a:spcPts val="1000"/>
              </a:spcAft>
              <a:buClr>
                <a:srgbClr val="FF0000"/>
              </a:buClr>
              <a:buSzPct val="131000"/>
              <a:buFont typeface="Arial" panose="020B0604020202020204" pitchFamily="34" charset="0"/>
              <a:buChar char="•"/>
            </a:pPr>
            <a:r>
              <a:rPr lang="en-US" sz="1800" dirty="0" smtClean="0">
                <a:solidFill>
                  <a:schemeClr val="bg1">
                    <a:lumMod val="95000"/>
                    <a:lumOff val="5000"/>
                  </a:schemeClr>
                </a:solidFill>
                <a:latin typeface="Times New Roman" panose="02020603050405020304" pitchFamily="18" charset="0"/>
                <a:cs typeface="Times New Roman" panose="02020603050405020304" pitchFamily="18" charset="0"/>
              </a:rPr>
              <a:t>IT TRACKS INFORMATION ABOUT VIDEOS ,PHOTOS, MUSIC,POSTS.</a:t>
            </a:r>
          </a:p>
          <a:p>
            <a:pPr marL="342900" lvl="0" indent="-342900" algn="l" rtl="0">
              <a:spcBef>
                <a:spcPts val="0"/>
              </a:spcBef>
              <a:spcAft>
                <a:spcPts val="1000"/>
              </a:spcAft>
              <a:buClr>
                <a:srgbClr val="FF0000"/>
              </a:buClr>
              <a:buSzPct val="131000"/>
              <a:buFont typeface="Arial" panose="020B0604020202020204" pitchFamily="34" charset="0"/>
              <a:buChar char="•"/>
            </a:pPr>
            <a:endParaRPr lang="en-US" sz="1800" dirty="0" smtClean="0">
              <a:solidFill>
                <a:schemeClr val="bg1">
                  <a:lumMod val="95000"/>
                  <a:lumOff val="5000"/>
                </a:schemeClr>
              </a:solidFill>
              <a:latin typeface="Times New Roman" panose="02020603050405020304" pitchFamily="18" charset="0"/>
              <a:cs typeface="Times New Roman" panose="02020603050405020304" pitchFamily="18" charset="0"/>
            </a:endParaRPr>
          </a:p>
          <a:p>
            <a:pPr marL="342900" lvl="0" indent="-342900" algn="l" rtl="0">
              <a:spcBef>
                <a:spcPts val="0"/>
              </a:spcBef>
              <a:spcAft>
                <a:spcPts val="1000"/>
              </a:spcAft>
              <a:buClr>
                <a:srgbClr val="FF0000"/>
              </a:buClr>
              <a:buSzPct val="131000"/>
              <a:buFont typeface="Arial" panose="020B0604020202020204" pitchFamily="34" charset="0"/>
              <a:buChar char="•"/>
            </a:pPr>
            <a:r>
              <a:rPr lang="en-US" sz="1800" dirty="0" smtClean="0">
                <a:solidFill>
                  <a:schemeClr val="bg1">
                    <a:lumMod val="95000"/>
                    <a:lumOff val="5000"/>
                  </a:schemeClr>
                </a:solidFill>
                <a:latin typeface="Times New Roman" panose="02020603050405020304" pitchFamily="18" charset="0"/>
                <a:cs typeface="Times New Roman" panose="02020603050405020304" pitchFamily="18" charset="0"/>
              </a:rPr>
              <a:t>ALL THE FIELDS ARE VALIDATED LIKE USERS,FRIENDS,MUSIC,VIDEOS ARE VALIDATED AND DOES NOT TAKE INVALID VALUES.</a:t>
            </a:r>
          </a:p>
          <a:p>
            <a:pPr marL="342900" lvl="0" indent="-342900" algn="l" rtl="0">
              <a:spcBef>
                <a:spcPts val="0"/>
              </a:spcBef>
              <a:spcAft>
                <a:spcPts val="1000"/>
              </a:spcAft>
              <a:buClr>
                <a:srgbClr val="FF0000"/>
              </a:buClr>
              <a:buSzPct val="131000"/>
              <a:buFont typeface="Arial" panose="020B0604020202020204" pitchFamily="34" charset="0"/>
              <a:buChar char="•"/>
            </a:pPr>
            <a:r>
              <a:rPr lang="en-US" sz="1800" dirty="0" smtClean="0">
                <a:solidFill>
                  <a:schemeClr val="bg1">
                    <a:lumMod val="95000"/>
                    <a:lumOff val="5000"/>
                  </a:schemeClr>
                </a:solidFill>
                <a:latin typeface="Times New Roman" panose="02020603050405020304" pitchFamily="18" charset="0"/>
                <a:cs typeface="Times New Roman" panose="02020603050405020304" pitchFamily="18" charset="0"/>
              </a:rPr>
              <a:t>IT GENERATES THE REPORTS OF USERS,PHOTOS,MUSIC,VIDEO ,POSTS.</a:t>
            </a:r>
          </a:p>
          <a:p>
            <a:pPr marL="342900" lvl="0" indent="-342900" algn="l" rtl="0">
              <a:spcBef>
                <a:spcPts val="0"/>
              </a:spcBef>
              <a:spcAft>
                <a:spcPts val="1000"/>
              </a:spcAft>
              <a:buClr>
                <a:srgbClr val="FF0000"/>
              </a:buClr>
              <a:buSzPct val="131000"/>
              <a:buFont typeface="Arial" panose="020B0604020202020204" pitchFamily="34" charset="0"/>
              <a:buChar char="•"/>
            </a:pPr>
            <a:endParaRPr sz="2000" dirty="0"/>
          </a:p>
        </p:txBody>
      </p:sp>
      <p:sp>
        <p:nvSpPr>
          <p:cNvPr id="179" name="Google Shape;179;p21"/>
          <p:cNvSpPr txBox="1">
            <a:spLocks noGrp="1"/>
          </p:cNvSpPr>
          <p:nvPr>
            <p:ph type="sldNum"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1" name="Google Shape;191;p23"/>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3495" y="856210"/>
            <a:ext cx="3251991"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a:spLocks noGrp="1"/>
          </p:cNvSpPr>
          <p:nvPr>
            <p:ph type="title"/>
          </p:nvPr>
        </p:nvSpPr>
        <p:spPr>
          <a:xfrm>
            <a:off x="662787" y="180350"/>
            <a:ext cx="6400800" cy="842116"/>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US" sz="2400" dirty="0" err="1" smtClean="0">
                <a:solidFill>
                  <a:srgbClr val="FFFF00"/>
                </a:solidFill>
                <a:latin typeface="Times New Roman" panose="02020603050405020304" pitchFamily="18" charset="0"/>
                <a:cs typeface="Times New Roman" panose="02020603050405020304" pitchFamily="18" charset="0"/>
              </a:rPr>
              <a:t>aPPLICATIONS</a:t>
            </a:r>
            <a:r>
              <a:rPr lang="en-US" sz="2400" dirty="0" smtClean="0">
                <a:solidFill>
                  <a:srgbClr val="FFFF00"/>
                </a:solidFill>
                <a:latin typeface="Times New Roman" panose="02020603050405020304" pitchFamily="18" charset="0"/>
                <a:cs typeface="Times New Roman" panose="02020603050405020304" pitchFamily="18" charset="0"/>
              </a:rPr>
              <a:t/>
            </a:r>
            <a:br>
              <a:rPr lang="en-US" sz="2400" dirty="0" smtClean="0">
                <a:solidFill>
                  <a:srgbClr val="FFFF00"/>
                </a:solidFill>
                <a:latin typeface="Times New Roman" panose="02020603050405020304" pitchFamily="18" charset="0"/>
                <a:cs typeface="Times New Roman" panose="02020603050405020304" pitchFamily="18" charset="0"/>
              </a:rPr>
            </a:br>
            <a:r>
              <a:rPr lang="en-US" sz="2400" dirty="0" smtClean="0">
                <a:solidFill>
                  <a:srgbClr val="FFFF00"/>
                </a:solidFill>
                <a:latin typeface="Times New Roman" panose="02020603050405020304" pitchFamily="18" charset="0"/>
                <a:cs typeface="Times New Roman" panose="02020603050405020304" pitchFamily="18" charset="0"/>
              </a:rPr>
              <a:t/>
            </a:r>
            <a:br>
              <a:rPr lang="en-US" sz="2400" dirty="0" smtClean="0">
                <a:solidFill>
                  <a:srgbClr val="FFFF00"/>
                </a:solidFill>
                <a:latin typeface="Times New Roman" panose="02020603050405020304" pitchFamily="18" charset="0"/>
                <a:cs typeface="Times New Roman" panose="02020603050405020304" pitchFamily="18" charset="0"/>
              </a:rPr>
            </a:br>
            <a:r>
              <a:rPr lang="en-US" sz="2400" dirty="0">
                <a:solidFill>
                  <a:srgbClr val="FFFF00"/>
                </a:solidFill>
                <a:latin typeface="Times New Roman" panose="02020603050405020304" pitchFamily="18" charset="0"/>
                <a:cs typeface="Times New Roman" panose="02020603050405020304" pitchFamily="18" charset="0"/>
              </a:rPr>
              <a:t/>
            </a:r>
            <a:br>
              <a:rPr lang="en-US" sz="2400" dirty="0">
                <a:solidFill>
                  <a:srgbClr val="FFFF00"/>
                </a:solidFill>
                <a:latin typeface="Times New Roman" panose="02020603050405020304" pitchFamily="18" charset="0"/>
                <a:cs typeface="Times New Roman" panose="02020603050405020304" pitchFamily="18" charset="0"/>
              </a:rPr>
            </a:br>
            <a:endParaRPr sz="2400" dirty="0">
              <a:solidFill>
                <a:srgbClr val="FFFF00"/>
              </a:solidFill>
              <a:latin typeface="Times New Roman" panose="02020603050405020304" pitchFamily="18" charset="0"/>
              <a:cs typeface="Times New Roman" panose="02020603050405020304" pitchFamily="18" charset="0"/>
            </a:endParaRPr>
          </a:p>
        </p:txBody>
      </p:sp>
      <p:sp>
        <p:nvSpPr>
          <p:cNvPr id="225" name="Google Shape;225;p24"/>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4" name="Picture 3"/>
          <p:cNvPicPr>
            <a:picLocks noChangeAspect="1"/>
          </p:cNvPicPr>
          <p:nvPr/>
        </p:nvPicPr>
        <p:blipFill>
          <a:blip r:embed="rId3"/>
          <a:stretch>
            <a:fillRect/>
          </a:stretch>
        </p:blipFill>
        <p:spPr>
          <a:xfrm>
            <a:off x="245532" y="558800"/>
            <a:ext cx="8649085" cy="44288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6" name="Google Shape;246;p26"/>
          <p:cNvSpPr txBox="1">
            <a:spLocks noGrp="1"/>
          </p:cNvSpPr>
          <p:nvPr>
            <p:ph type="sldNum" sz="quarter" idx="12"/>
          </p:nvPr>
        </p:nvSpPr>
        <p:spPr>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247" name="Google Shape;247;p26"/>
          <p:cNvSpPr/>
          <p:nvPr/>
        </p:nvSpPr>
        <p:spPr>
          <a:xfrm>
            <a:off x="855300" y="1574356"/>
            <a:ext cx="7465978" cy="1201788"/>
          </a:xfrm>
          <a:prstGeom prst="rect">
            <a:avLst/>
          </a:prstGeom>
        </p:spPr>
        <p:txBody>
          <a:bodyPr>
            <a:prstTxWarp prst="textPlain">
              <a:avLst/>
            </a:prstTxWarp>
          </a:bodyPr>
          <a:lstStyle/>
          <a:p>
            <a:pPr lvl="0" algn="ctr"/>
            <a:endParaRPr b="1" i="0" dirty="0">
              <a:ln>
                <a:noFill/>
              </a:ln>
              <a:gradFill>
                <a:gsLst>
                  <a:gs pos="0">
                    <a:schemeClr val="accent4"/>
                  </a:gs>
                  <a:gs pos="27000">
                    <a:schemeClr val="accent3"/>
                  </a:gs>
                  <a:gs pos="84000">
                    <a:schemeClr val="accent2"/>
                  </a:gs>
                  <a:gs pos="100000">
                    <a:schemeClr val="accent2"/>
                  </a:gs>
                </a:gsLst>
                <a:lin ang="3599321" scaled="0"/>
              </a:gradFill>
              <a:latin typeface="Titillium Web"/>
            </a:endParaRPr>
          </a:p>
        </p:txBody>
      </p:sp>
      <p:pic>
        <p:nvPicPr>
          <p:cNvPr id="2" name="Picture 1"/>
          <p:cNvPicPr>
            <a:picLocks noChangeAspect="1"/>
          </p:cNvPicPr>
          <p:nvPr/>
        </p:nvPicPr>
        <p:blipFill>
          <a:blip r:embed="rId3"/>
          <a:stretch>
            <a:fillRect/>
          </a:stretch>
        </p:blipFill>
        <p:spPr>
          <a:xfrm>
            <a:off x="303078" y="174567"/>
            <a:ext cx="8570422" cy="47611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p:nvPr>
        </p:nvSpPr>
        <p:spPr>
          <a:xfrm>
            <a:off x="290945" y="174567"/>
            <a:ext cx="7971906" cy="4321232"/>
          </a:xfrm>
          <a:prstGeom prst="rect">
            <a:avLst/>
          </a:prstGeom>
        </p:spPr>
        <p:txBody>
          <a:bodyPr spcFirstLastPara="1" wrap="square" lIns="0" tIns="0" rIns="0" bIns="0" anchor="t" anchorCtr="0">
            <a:noAutofit/>
          </a:bodyPr>
          <a:lstStyle/>
          <a:p>
            <a:pPr lvl="0">
              <a:spcBef>
                <a:spcPts val="0"/>
              </a:spcBef>
              <a:buClr>
                <a:srgbClr val="FF0000"/>
              </a:buClr>
              <a:buSzPct val="160000"/>
            </a:pPr>
            <a:r>
              <a:rPr lang="en-US" sz="1400" dirty="0">
                <a:solidFill>
                  <a:schemeClr val="accent1">
                    <a:lumMod val="50000"/>
                  </a:schemeClr>
                </a:solidFill>
                <a:latin typeface="Times New Roman" panose="02020603050405020304" pitchFamily="18" charset="0"/>
                <a:cs typeface="Times New Roman" panose="02020603050405020304" pitchFamily="18" charset="0"/>
              </a:rPr>
              <a:t/>
            </a:r>
            <a:br>
              <a:rPr lang="en-US" sz="1400" dirty="0">
                <a:solidFill>
                  <a:schemeClr val="accent1">
                    <a:lumMod val="50000"/>
                  </a:schemeClr>
                </a:solidFill>
                <a:latin typeface="Times New Roman" panose="02020603050405020304" pitchFamily="18" charset="0"/>
                <a:cs typeface="Times New Roman" panose="02020603050405020304" pitchFamily="18" charset="0"/>
              </a:rPr>
            </a:br>
            <a:r>
              <a:rPr lang="en-US" sz="1400" dirty="0" smtClean="0">
                <a:solidFill>
                  <a:schemeClr val="accent1">
                    <a:lumMod val="50000"/>
                  </a:schemeClr>
                </a:solidFill>
                <a:latin typeface="Times New Roman" panose="02020603050405020304" pitchFamily="18" charset="0"/>
                <a:cs typeface="Times New Roman" panose="02020603050405020304" pitchFamily="18" charset="0"/>
              </a:rPr>
              <a:t>                                                                 </a:t>
            </a:r>
            <a:r>
              <a:rPr lang="en-US" sz="2400" dirty="0" err="1" smtClean="0">
                <a:solidFill>
                  <a:srgbClr val="FFFF00"/>
                </a:solidFill>
                <a:latin typeface="Times New Roman" panose="02020603050405020304" pitchFamily="18" charset="0"/>
                <a:cs typeface="Times New Roman" panose="02020603050405020304" pitchFamily="18" charset="0"/>
              </a:rPr>
              <a:t>cONCLUSION</a:t>
            </a:r>
            <a:r>
              <a:rPr lang="en-US" sz="1400" dirty="0" smtClean="0">
                <a:solidFill>
                  <a:schemeClr val="accent1">
                    <a:lumMod val="50000"/>
                  </a:schemeClr>
                </a:solidFill>
                <a:latin typeface="Times New Roman" panose="02020603050405020304" pitchFamily="18" charset="0"/>
                <a:cs typeface="Times New Roman" panose="02020603050405020304" pitchFamily="18" charset="0"/>
              </a:rPr>
              <a:t/>
            </a:r>
            <a:br>
              <a:rPr lang="en-US" sz="1400" dirty="0" smtClean="0">
                <a:solidFill>
                  <a:schemeClr val="accent1">
                    <a:lumMod val="50000"/>
                  </a:schemeClr>
                </a:solidFill>
                <a:latin typeface="Times New Roman" panose="02020603050405020304" pitchFamily="18" charset="0"/>
                <a:cs typeface="Times New Roman" panose="02020603050405020304" pitchFamily="18" charset="0"/>
              </a:rPr>
            </a:br>
            <a:r>
              <a:rPr lang="en-US" sz="1400" dirty="0">
                <a:solidFill>
                  <a:schemeClr val="accent1">
                    <a:lumMod val="50000"/>
                  </a:schemeClr>
                </a:solidFill>
                <a:latin typeface="Times New Roman" panose="02020603050405020304" pitchFamily="18" charset="0"/>
                <a:cs typeface="Times New Roman" panose="02020603050405020304" pitchFamily="18" charset="0"/>
              </a:rPr>
              <a:t/>
            </a:r>
            <a:br>
              <a:rPr lang="en-US" sz="1400" dirty="0">
                <a:solidFill>
                  <a:schemeClr val="accent1">
                    <a:lumMod val="50000"/>
                  </a:schemeClr>
                </a:solidFill>
                <a:latin typeface="Times New Roman" panose="02020603050405020304" pitchFamily="18" charset="0"/>
                <a:cs typeface="Times New Roman" panose="02020603050405020304" pitchFamily="18" charset="0"/>
              </a:rPr>
            </a:br>
            <a:r>
              <a:rPr lang="en-US" sz="1400" dirty="0" smtClean="0">
                <a:solidFill>
                  <a:schemeClr val="bg1">
                    <a:lumMod val="95000"/>
                    <a:lumOff val="5000"/>
                  </a:schemeClr>
                </a:solidFill>
                <a:latin typeface="Times New Roman" panose="02020603050405020304" pitchFamily="18" charset="0"/>
                <a:cs typeface="Times New Roman" panose="02020603050405020304" pitchFamily="18" charset="0"/>
              </a:rPr>
              <a:t>Social </a:t>
            </a: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media is a really convenient and important communicate network for all the people nowadays. We can use it to know friends and keep contact with friends that came from different countries. We can also share our ideas so quickly so that all the things could develop so fast because people could tell us their ideas and we could improve it immediately. We could also learn new things on social media by watching or reading the things that people shared </a:t>
            </a:r>
            <a:r>
              <a:rPr lang="en-US" sz="1400" dirty="0" smtClean="0">
                <a:solidFill>
                  <a:schemeClr val="bg1">
                    <a:lumMod val="95000"/>
                    <a:lumOff val="5000"/>
                  </a:schemeClr>
                </a:solidFill>
                <a:latin typeface="Times New Roman" panose="02020603050405020304" pitchFamily="18" charset="0"/>
                <a:cs typeface="Times New Roman" panose="02020603050405020304" pitchFamily="18" charset="0"/>
              </a:rPr>
              <a:t>onto the social media.</a:t>
            </a:r>
            <a:r>
              <a:rPr lang="en-US" sz="1200" dirty="0" smtClean="0">
                <a:solidFill>
                  <a:schemeClr val="bg1">
                    <a:lumMod val="95000"/>
                    <a:lumOff val="5000"/>
                  </a:schemeClr>
                </a:solidFill>
                <a:latin typeface="Times New Roman" panose="02020603050405020304" pitchFamily="18" charset="0"/>
                <a:cs typeface="Times New Roman" panose="02020603050405020304" pitchFamily="18" charset="0"/>
              </a:rPr>
              <a:t/>
            </a:r>
            <a:br>
              <a:rPr lang="en-US" sz="1200" dirty="0" smtClean="0">
                <a:solidFill>
                  <a:schemeClr val="bg1">
                    <a:lumMod val="95000"/>
                    <a:lumOff val="5000"/>
                  </a:schemeClr>
                </a:solidFill>
                <a:latin typeface="Times New Roman" panose="02020603050405020304" pitchFamily="18" charset="0"/>
                <a:cs typeface="Times New Roman" panose="02020603050405020304" pitchFamily="18" charset="0"/>
              </a:rPr>
            </a:br>
            <a:r>
              <a:rPr lang="en-US" sz="1200" dirty="0">
                <a:solidFill>
                  <a:schemeClr val="bg1">
                    <a:lumMod val="95000"/>
                    <a:lumOff val="5000"/>
                  </a:schemeClr>
                </a:solidFill>
                <a:latin typeface="Times New Roman" panose="02020603050405020304" pitchFamily="18" charset="0"/>
                <a:cs typeface="Times New Roman" panose="02020603050405020304" pitchFamily="18" charset="0"/>
              </a:rPr>
              <a:t/>
            </a:r>
            <a:br>
              <a:rPr lang="en-US" sz="1200" dirty="0">
                <a:solidFill>
                  <a:schemeClr val="bg1">
                    <a:lumMod val="95000"/>
                    <a:lumOff val="5000"/>
                  </a:schemeClr>
                </a:solidFill>
                <a:latin typeface="Times New Roman" panose="02020603050405020304" pitchFamily="18" charset="0"/>
                <a:cs typeface="Times New Roman" panose="02020603050405020304" pitchFamily="18" charset="0"/>
              </a:rPr>
            </a:br>
            <a:r>
              <a:rPr lang="en-US" sz="1200" dirty="0" smtClean="0">
                <a:solidFill>
                  <a:schemeClr val="bg1">
                    <a:lumMod val="95000"/>
                    <a:lumOff val="5000"/>
                  </a:schemeClr>
                </a:solidFill>
                <a:latin typeface="Times New Roman" panose="02020603050405020304" pitchFamily="18" charset="0"/>
                <a:cs typeface="Times New Roman" panose="02020603050405020304" pitchFamily="18" charset="0"/>
              </a:rPr>
              <a:t/>
            </a:r>
            <a:br>
              <a:rPr lang="en-US" sz="1200" dirty="0" smtClean="0">
                <a:solidFill>
                  <a:schemeClr val="bg1">
                    <a:lumMod val="95000"/>
                    <a:lumOff val="5000"/>
                  </a:schemeClr>
                </a:solidFill>
                <a:latin typeface="Times New Roman" panose="02020603050405020304" pitchFamily="18" charset="0"/>
                <a:cs typeface="Times New Roman" panose="02020603050405020304" pitchFamily="18" charset="0"/>
              </a:rPr>
            </a:br>
            <a:r>
              <a:rPr lang="en-US" sz="1400" dirty="0">
                <a:solidFill>
                  <a:schemeClr val="bg1">
                    <a:lumMod val="95000"/>
                    <a:lumOff val="5000"/>
                  </a:schemeClr>
                </a:solidFill>
                <a:latin typeface="Times New Roman" panose="02020603050405020304" pitchFamily="18" charset="0"/>
                <a:cs typeface="Times New Roman" panose="02020603050405020304" pitchFamily="18" charset="0"/>
              </a:rPr>
              <a:t>Social media is used by millions of individuals who collectively generate an array of social forms from their interactions. Social media network maps can be useful in understanding the variety of social structures that emerge. Network maps can reveal the structures of the crowd and highlight strategic locations or roles in these webs of connection. By mapping social media network spaces, researchers and practitioners can learn about the most common and best uses for these communication services.</a:t>
            </a:r>
            <a:endParaRPr sz="14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233</TotalTime>
  <Words>184</Words>
  <Application>Microsoft Office PowerPoint</Application>
  <PresentationFormat>On-screen Show (16:9)</PresentationFormat>
  <Paragraphs>36</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Times New Roman</vt:lpstr>
      <vt:lpstr>Wingdings 3</vt:lpstr>
      <vt:lpstr>Arial</vt:lpstr>
      <vt:lpstr>Century Gothic</vt:lpstr>
      <vt:lpstr>Calibri</vt:lpstr>
      <vt:lpstr>Titillium Web</vt:lpstr>
      <vt:lpstr>Slice</vt:lpstr>
      <vt:lpstr>USERS  SOCIAL  NETWORKING   WEBSITE </vt:lpstr>
      <vt:lpstr>          GROUP  MEMBERS </vt:lpstr>
      <vt:lpstr>                          SYSTEM  SPECIFICATION</vt:lpstr>
      <vt:lpstr>OBJECTIVES</vt:lpstr>
      <vt:lpstr>SOCAIL NETWORKING INVOLVES THE DEVELOPMENT AND MAINTENANCE OF PERSONAL AND BUSINESS RELATIONSHIP USING TECHNOLOGY.  SOCAIL NETWORKING TRACKS THE DETAILS ABOUT   PHOTOS,VIDEOS,POSTS     </vt:lpstr>
      <vt:lpstr>FUNCTIONALITIES</vt:lpstr>
      <vt:lpstr>PowerPoint Presentation</vt:lpstr>
      <vt:lpstr>aPPLICATIONS   </vt:lpstr>
      <vt:lpstr>PowerPoint Presentation</vt:lpstr>
      <vt:lpstr>                                                                  cONCLUSION  Social media is a really convenient and important communicate network for all the people nowadays. We can use it to know friends and keep contact with friends that came from different countries. We can also share our ideas so quickly so that all the things could develop so fast because people could tell us their ideas and we could improve it immediately. We could also learn new things on social media by watching or reading the things that people shared onto the social media.   Social media is used by millions of individuals who collectively generate an array of social forms from their interactions. Social media network maps can be useful in understanding the variety of social structures that emerge. Network maps can reveal the structures of the crowd and highlight strategic locations or roles in these webs of connection. By mapping social media network spaces, researchers and practitioners can learn about the most common and best uses for these communication services.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USERS  SOCIAL  NETWORKING   WEBSITE</dc:title>
  <dc:creator>Admin-bg</dc:creator>
  <cp:lastModifiedBy>Admin-bg</cp:lastModifiedBy>
  <cp:revision>21</cp:revision>
  <dcterms:modified xsi:type="dcterms:W3CDTF">2022-08-29T09:16:43Z</dcterms:modified>
</cp:coreProperties>
</file>